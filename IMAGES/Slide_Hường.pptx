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6" r:id="rId2"/>
    <p:sldId id="264" r:id="rId3"/>
    <p:sldId id="257" r:id="rId4"/>
    <p:sldId id="258" r:id="rId5"/>
    <p:sldId id="265" r:id="rId6"/>
    <p:sldId id="266" r:id="rId7"/>
    <p:sldId id="267" r:id="rId8"/>
    <p:sldId id="268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9" r:id="rId18"/>
    <p:sldId id="280" r:id="rId19"/>
    <p:sldId id="282" r:id="rId20"/>
    <p:sldId id="283" r:id="rId21"/>
    <p:sldId id="284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>
        <p:scale>
          <a:sx n="75" d="100"/>
          <a:sy n="75" d="100"/>
        </p:scale>
        <p:origin x="1836" y="10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49B944C-53BB-4797-AFA2-CBD94B994D2F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DE9B741-7DA5-44E0-9639-BF0504454E99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S1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816C3C8-D706-4CA1-9491-04E195FEFF35}" type="parTrans" cxnId="{2222EB17-C1DD-4F52-BB1B-84C4E22030DF}">
      <dgm:prSet/>
      <dgm:spPr/>
      <dgm:t>
        <a:bodyPr/>
        <a:lstStyle/>
        <a:p>
          <a:endParaRPr lang="en-US"/>
        </a:p>
      </dgm:t>
    </dgm:pt>
    <dgm:pt modelId="{FB80E3F4-C7C8-4CD0-B919-A2F598479C1B}" type="sibTrans" cxnId="{2222EB17-C1DD-4F52-BB1B-84C4E22030DF}">
      <dgm:prSet/>
      <dgm:spPr/>
      <dgm:t>
        <a:bodyPr/>
        <a:lstStyle/>
        <a:p>
          <a:endParaRPr lang="en-US"/>
        </a:p>
      </dgm:t>
    </dgm:pt>
    <dgm:pt modelId="{53E03604-9BE8-4771-95F8-F6EB2CFEE3C7}">
      <dgm:prSet phldrT="[Text]"/>
      <dgm:spPr/>
      <dgm:t>
        <a:bodyPr/>
        <a:lstStyle/>
        <a:p>
          <a:r>
            <a:rPr lang="en-US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Kiến</a:t>
          </a:r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trúc</a:t>
          </a:r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của</a:t>
          </a:r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khách</a:t>
          </a:r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sạn</a:t>
          </a:r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InterContinental Hanoi Landmark72 </a:t>
          </a:r>
          <a:r>
            <a:rPr lang="en-US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khá</a:t>
          </a:r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ấn</a:t>
          </a:r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tượng</a:t>
          </a:r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và</a:t>
          </a:r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ấm</a:t>
          </a:r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cúng</a:t>
          </a:r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F7B2D93-34CA-402A-951E-ACD677FD1E86}" type="parTrans" cxnId="{137EA632-DE74-4D4C-8199-480783C69609}">
      <dgm:prSet/>
      <dgm:spPr/>
      <dgm:t>
        <a:bodyPr/>
        <a:lstStyle/>
        <a:p>
          <a:endParaRPr lang="en-US"/>
        </a:p>
      </dgm:t>
    </dgm:pt>
    <dgm:pt modelId="{037637CB-ED41-414E-BA74-0195A8127183}" type="sibTrans" cxnId="{137EA632-DE74-4D4C-8199-480783C69609}">
      <dgm:prSet/>
      <dgm:spPr/>
      <dgm:t>
        <a:bodyPr/>
        <a:lstStyle/>
        <a:p>
          <a:endParaRPr lang="en-US"/>
        </a:p>
      </dgm:t>
    </dgm:pt>
    <dgm:pt modelId="{8DE9C5C1-E6DB-419A-AB4F-7CCBFDA74B63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S2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E3146F2-AE58-47DD-AA48-CF28F5D532CD}" type="parTrans" cxnId="{18C23818-84EB-4EFA-B4E0-7FA24AADF05C}">
      <dgm:prSet/>
      <dgm:spPr/>
      <dgm:t>
        <a:bodyPr/>
        <a:lstStyle/>
        <a:p>
          <a:endParaRPr lang="en-US"/>
        </a:p>
      </dgm:t>
    </dgm:pt>
    <dgm:pt modelId="{8B210BD4-E826-481A-9CA9-3702000DD451}" type="sibTrans" cxnId="{18C23818-84EB-4EFA-B4E0-7FA24AADF05C}">
      <dgm:prSet/>
      <dgm:spPr/>
      <dgm:t>
        <a:bodyPr/>
        <a:lstStyle/>
        <a:p>
          <a:endParaRPr lang="en-US"/>
        </a:p>
      </dgm:t>
    </dgm:pt>
    <dgm:pt modelId="{E1DEB0BC-C113-45B5-9A22-1F701EA26240}">
      <dgm:prSet phldrT="[Text]"/>
      <dgm:spPr/>
      <dgm:t>
        <a:bodyPr/>
        <a:lstStyle/>
        <a:p>
          <a:r>
            <a:rPr lang="en-US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Vị</a:t>
          </a:r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trí</a:t>
          </a:r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địa</a:t>
          </a:r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lý</a:t>
          </a:r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của</a:t>
          </a:r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khách</a:t>
          </a:r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sạn</a:t>
          </a:r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rất</a:t>
          </a:r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thuận</a:t>
          </a:r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tiện</a:t>
          </a:r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665C91F-1F36-4DFA-AC94-C5F137BA4EDB}" type="parTrans" cxnId="{0E4CEB0B-85E1-40B1-9FAE-0D36E4A0AF93}">
      <dgm:prSet/>
      <dgm:spPr/>
      <dgm:t>
        <a:bodyPr/>
        <a:lstStyle/>
        <a:p>
          <a:endParaRPr lang="en-US"/>
        </a:p>
      </dgm:t>
    </dgm:pt>
    <dgm:pt modelId="{35646DAA-39F0-409B-8737-DEA9B5B15B41}" type="sibTrans" cxnId="{0E4CEB0B-85E1-40B1-9FAE-0D36E4A0AF93}">
      <dgm:prSet/>
      <dgm:spPr/>
      <dgm:t>
        <a:bodyPr/>
        <a:lstStyle/>
        <a:p>
          <a:endParaRPr lang="en-US"/>
        </a:p>
      </dgm:t>
    </dgm:pt>
    <dgm:pt modelId="{BC8FCB26-46FB-4C33-9431-B76CBBD11AED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S3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1451B8F-D725-40FC-A1FF-F40E06D8B925}" type="parTrans" cxnId="{3DAEFFEB-7230-4C3A-A9AC-03EE1487ED88}">
      <dgm:prSet/>
      <dgm:spPr/>
      <dgm:t>
        <a:bodyPr/>
        <a:lstStyle/>
        <a:p>
          <a:endParaRPr lang="en-US"/>
        </a:p>
      </dgm:t>
    </dgm:pt>
    <dgm:pt modelId="{86AA183D-5CE1-4A02-B6D9-3EA27ECBCCCC}" type="sibTrans" cxnId="{3DAEFFEB-7230-4C3A-A9AC-03EE1487ED88}">
      <dgm:prSet/>
      <dgm:spPr/>
      <dgm:t>
        <a:bodyPr/>
        <a:lstStyle/>
        <a:p>
          <a:endParaRPr lang="en-US"/>
        </a:p>
      </dgm:t>
    </dgm:pt>
    <dgm:pt modelId="{929A867E-D471-463C-8F20-3FEB816A00B3}">
      <dgm:prSet phldrT="[Text]"/>
      <dgm:spPr/>
      <dgm:t>
        <a:bodyPr/>
        <a:lstStyle/>
        <a:p>
          <a:r>
            <a:rPr lang="en-US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Khách</a:t>
          </a:r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sạn</a:t>
          </a:r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có</a:t>
          </a:r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nhiều</a:t>
          </a:r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tiện</a:t>
          </a:r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nghi</a:t>
          </a:r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đạt</a:t>
          </a:r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tiêu</a:t>
          </a:r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chuẩn</a:t>
          </a:r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quốc</a:t>
          </a:r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tế</a:t>
          </a:r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5C994C4-2843-40E7-A507-368987A92B4F}" type="parTrans" cxnId="{9752240B-8D5B-4B3A-979B-B021B38CA64C}">
      <dgm:prSet/>
      <dgm:spPr/>
      <dgm:t>
        <a:bodyPr/>
        <a:lstStyle/>
        <a:p>
          <a:endParaRPr lang="en-US"/>
        </a:p>
      </dgm:t>
    </dgm:pt>
    <dgm:pt modelId="{042ADFB3-C1E4-4F3B-942B-14510F342CCD}" type="sibTrans" cxnId="{9752240B-8D5B-4B3A-979B-B021B38CA64C}">
      <dgm:prSet/>
      <dgm:spPr/>
      <dgm:t>
        <a:bodyPr/>
        <a:lstStyle/>
        <a:p>
          <a:endParaRPr lang="en-US"/>
        </a:p>
      </dgm:t>
    </dgm:pt>
    <dgm:pt modelId="{37610CEE-AC85-4D62-ACD4-2D38BB5D5D6F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S4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42C743A-6060-40A3-A2B8-8071412DBE82}" type="parTrans" cxnId="{1E8DE8F5-3EDB-41B5-86FB-31FC67AFFC8A}">
      <dgm:prSet/>
      <dgm:spPr/>
      <dgm:t>
        <a:bodyPr/>
        <a:lstStyle/>
        <a:p>
          <a:endParaRPr lang="en-US"/>
        </a:p>
      </dgm:t>
    </dgm:pt>
    <dgm:pt modelId="{B63CB35D-18ED-4E53-970F-09ABF5579A06}" type="sibTrans" cxnId="{1E8DE8F5-3EDB-41B5-86FB-31FC67AFFC8A}">
      <dgm:prSet/>
      <dgm:spPr/>
      <dgm:t>
        <a:bodyPr/>
        <a:lstStyle/>
        <a:p>
          <a:endParaRPr lang="en-US"/>
        </a:p>
      </dgm:t>
    </dgm:pt>
    <dgm:pt modelId="{3C0B3D5C-05A1-47D6-8986-B128247D01C7}">
      <dgm:prSet/>
      <dgm:spPr/>
      <dgm:t>
        <a:bodyPr/>
        <a:lstStyle/>
        <a:p>
          <a:r>
            <a:rPr lang="en-US" smtClean="0">
              <a:latin typeface="Times New Roman" panose="02020603050405020304" pitchFamily="18" charset="0"/>
              <a:cs typeface="Times New Roman" panose="02020603050405020304" pitchFamily="18" charset="0"/>
            </a:rPr>
            <a:t>Lực lượng nhân viên trẻ trung và giàu kinh nghiệm có kiến thức chuyển môn cao</a:t>
          </a:r>
          <a:endParaRPr lang="en-US"/>
        </a:p>
      </dgm:t>
    </dgm:pt>
    <dgm:pt modelId="{DB2E0E5C-5C92-4F96-A872-82FE82CAD782}" type="parTrans" cxnId="{7691C073-2383-453C-8257-98ACB5AB153D}">
      <dgm:prSet/>
      <dgm:spPr/>
      <dgm:t>
        <a:bodyPr/>
        <a:lstStyle/>
        <a:p>
          <a:endParaRPr lang="en-US"/>
        </a:p>
      </dgm:t>
    </dgm:pt>
    <dgm:pt modelId="{B82F4217-2DBC-417D-AD05-4C0536BB843B}" type="sibTrans" cxnId="{7691C073-2383-453C-8257-98ACB5AB153D}">
      <dgm:prSet/>
      <dgm:spPr/>
      <dgm:t>
        <a:bodyPr/>
        <a:lstStyle/>
        <a:p>
          <a:endParaRPr lang="en-US"/>
        </a:p>
      </dgm:t>
    </dgm:pt>
    <dgm:pt modelId="{6531FDB7-582E-4F16-B7DE-81CDA3638514}" type="pres">
      <dgm:prSet presAssocID="{A49B944C-53BB-4797-AFA2-CBD94B994D2F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EA46493-2CEE-44C0-BA62-23F012B22911}" type="pres">
      <dgm:prSet presAssocID="{1DE9B741-7DA5-44E0-9639-BF0504454E99}" presName="composite" presStyleCnt="0"/>
      <dgm:spPr/>
    </dgm:pt>
    <dgm:pt modelId="{0D4D95FB-F447-464A-91CE-930B4E765A96}" type="pres">
      <dgm:prSet presAssocID="{1DE9B741-7DA5-44E0-9639-BF0504454E99}" presName="parentText" presStyleLbl="align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6D97BD2-4668-4166-B6A3-D4EB4BE37EBE}" type="pres">
      <dgm:prSet presAssocID="{1DE9B741-7DA5-44E0-9639-BF0504454E99}" presName="descendantText" presStyleLbl="alignAcc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48292E6-156C-4604-B260-F6438AFCCFA5}" type="pres">
      <dgm:prSet presAssocID="{FB80E3F4-C7C8-4CD0-B919-A2F598479C1B}" presName="sp" presStyleCnt="0"/>
      <dgm:spPr/>
    </dgm:pt>
    <dgm:pt modelId="{A163F789-6B47-4758-B5CB-E38F21B37488}" type="pres">
      <dgm:prSet presAssocID="{8DE9C5C1-E6DB-419A-AB4F-7CCBFDA74B63}" presName="composite" presStyleCnt="0"/>
      <dgm:spPr/>
    </dgm:pt>
    <dgm:pt modelId="{7F7F16EE-C5A9-48A0-AAFA-EF529982A550}" type="pres">
      <dgm:prSet presAssocID="{8DE9C5C1-E6DB-419A-AB4F-7CCBFDA74B63}" presName="parentText" presStyleLbl="align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5B4EAE0-69C9-4C28-BF63-C1370BD2C815}" type="pres">
      <dgm:prSet presAssocID="{8DE9C5C1-E6DB-419A-AB4F-7CCBFDA74B63}" presName="descendantText" presStyleLbl="alignAcc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DC90395-D6DC-40DE-B051-D9B6ADB4F6B8}" type="pres">
      <dgm:prSet presAssocID="{8B210BD4-E826-481A-9CA9-3702000DD451}" presName="sp" presStyleCnt="0"/>
      <dgm:spPr/>
    </dgm:pt>
    <dgm:pt modelId="{66FFF148-2195-47F1-B636-72DB278DB1E2}" type="pres">
      <dgm:prSet presAssocID="{BC8FCB26-46FB-4C33-9431-B76CBBD11AED}" presName="composite" presStyleCnt="0"/>
      <dgm:spPr/>
    </dgm:pt>
    <dgm:pt modelId="{D7F14044-DF51-44D1-BBB6-66E2B25A73BE}" type="pres">
      <dgm:prSet presAssocID="{BC8FCB26-46FB-4C33-9431-B76CBBD11AED}" presName="parentText" presStyleLbl="align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35DC872-A93D-42D8-9F93-95D90F28F1B1}" type="pres">
      <dgm:prSet presAssocID="{BC8FCB26-46FB-4C33-9431-B76CBBD11AED}" presName="descendantText" presStyleLbl="alignAcc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B3FF5D4-EB62-4A28-AD24-EEA6585FC6EA}" type="pres">
      <dgm:prSet presAssocID="{86AA183D-5CE1-4A02-B6D9-3EA27ECBCCCC}" presName="sp" presStyleCnt="0"/>
      <dgm:spPr/>
    </dgm:pt>
    <dgm:pt modelId="{21FF0B59-0F91-4497-A71E-3A0F0B22AE93}" type="pres">
      <dgm:prSet presAssocID="{37610CEE-AC85-4D62-ACD4-2D38BB5D5D6F}" presName="composite" presStyleCnt="0"/>
      <dgm:spPr/>
    </dgm:pt>
    <dgm:pt modelId="{46C5815B-DCB5-4948-B77E-62BECD98B080}" type="pres">
      <dgm:prSet presAssocID="{37610CEE-AC85-4D62-ACD4-2D38BB5D5D6F}" presName="parentText" presStyleLbl="align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055F55C-5F48-4F58-96F8-592F504AC416}" type="pres">
      <dgm:prSet presAssocID="{37610CEE-AC85-4D62-ACD4-2D38BB5D5D6F}" presName="descendantText" presStyleLbl="alignAcc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68E3006-303E-4701-9AA5-6EC67EF4D5FD}" type="presOf" srcId="{53E03604-9BE8-4771-95F8-F6EB2CFEE3C7}" destId="{66D97BD2-4668-4166-B6A3-D4EB4BE37EBE}" srcOrd="0" destOrd="0" presId="urn:microsoft.com/office/officeart/2005/8/layout/chevron2"/>
    <dgm:cxn modelId="{B0EB31B7-EB2A-4707-BEF6-8281BB8FA9B1}" type="presOf" srcId="{37610CEE-AC85-4D62-ACD4-2D38BB5D5D6F}" destId="{46C5815B-DCB5-4948-B77E-62BECD98B080}" srcOrd="0" destOrd="0" presId="urn:microsoft.com/office/officeart/2005/8/layout/chevron2"/>
    <dgm:cxn modelId="{9752240B-8D5B-4B3A-979B-B021B38CA64C}" srcId="{37610CEE-AC85-4D62-ACD4-2D38BB5D5D6F}" destId="{929A867E-D471-463C-8F20-3FEB816A00B3}" srcOrd="0" destOrd="0" parTransId="{E5C994C4-2843-40E7-A507-368987A92B4F}" sibTransId="{042ADFB3-C1E4-4F3B-942B-14510F342CCD}"/>
    <dgm:cxn modelId="{B1FB707D-7BA3-48B5-99D4-45C21E80EA62}" type="presOf" srcId="{BC8FCB26-46FB-4C33-9431-B76CBBD11AED}" destId="{D7F14044-DF51-44D1-BBB6-66E2B25A73BE}" srcOrd="0" destOrd="0" presId="urn:microsoft.com/office/officeart/2005/8/layout/chevron2"/>
    <dgm:cxn modelId="{747D9630-1B25-4C9F-A0AD-533061CE1961}" type="presOf" srcId="{A49B944C-53BB-4797-AFA2-CBD94B994D2F}" destId="{6531FDB7-582E-4F16-B7DE-81CDA3638514}" srcOrd="0" destOrd="0" presId="urn:microsoft.com/office/officeart/2005/8/layout/chevron2"/>
    <dgm:cxn modelId="{7691C073-2383-453C-8257-98ACB5AB153D}" srcId="{BC8FCB26-46FB-4C33-9431-B76CBBD11AED}" destId="{3C0B3D5C-05A1-47D6-8986-B128247D01C7}" srcOrd="0" destOrd="0" parTransId="{DB2E0E5C-5C92-4F96-A872-82FE82CAD782}" sibTransId="{B82F4217-2DBC-417D-AD05-4C0536BB843B}"/>
    <dgm:cxn modelId="{7591E2DB-2808-493D-BEF7-512F54346F84}" type="presOf" srcId="{8DE9C5C1-E6DB-419A-AB4F-7CCBFDA74B63}" destId="{7F7F16EE-C5A9-48A0-AAFA-EF529982A550}" srcOrd="0" destOrd="0" presId="urn:microsoft.com/office/officeart/2005/8/layout/chevron2"/>
    <dgm:cxn modelId="{98CF471B-F9B8-408A-AAB6-F10739490268}" type="presOf" srcId="{929A867E-D471-463C-8F20-3FEB816A00B3}" destId="{B055F55C-5F48-4F58-96F8-592F504AC416}" srcOrd="0" destOrd="0" presId="urn:microsoft.com/office/officeart/2005/8/layout/chevron2"/>
    <dgm:cxn modelId="{2222EB17-C1DD-4F52-BB1B-84C4E22030DF}" srcId="{A49B944C-53BB-4797-AFA2-CBD94B994D2F}" destId="{1DE9B741-7DA5-44E0-9639-BF0504454E99}" srcOrd="0" destOrd="0" parTransId="{D816C3C8-D706-4CA1-9491-04E195FEFF35}" sibTransId="{FB80E3F4-C7C8-4CD0-B919-A2F598479C1B}"/>
    <dgm:cxn modelId="{1E8DE8F5-3EDB-41B5-86FB-31FC67AFFC8A}" srcId="{A49B944C-53BB-4797-AFA2-CBD94B994D2F}" destId="{37610CEE-AC85-4D62-ACD4-2D38BB5D5D6F}" srcOrd="3" destOrd="0" parTransId="{042C743A-6060-40A3-A2B8-8071412DBE82}" sibTransId="{B63CB35D-18ED-4E53-970F-09ABF5579A06}"/>
    <dgm:cxn modelId="{3DAEFFEB-7230-4C3A-A9AC-03EE1487ED88}" srcId="{A49B944C-53BB-4797-AFA2-CBD94B994D2F}" destId="{BC8FCB26-46FB-4C33-9431-B76CBBD11AED}" srcOrd="2" destOrd="0" parTransId="{81451B8F-D725-40FC-A1FF-F40E06D8B925}" sibTransId="{86AA183D-5CE1-4A02-B6D9-3EA27ECBCCCC}"/>
    <dgm:cxn modelId="{348BD5DD-62FC-4E17-BC0F-6F57C302EF62}" type="presOf" srcId="{3C0B3D5C-05A1-47D6-8986-B128247D01C7}" destId="{D35DC872-A93D-42D8-9F93-95D90F28F1B1}" srcOrd="0" destOrd="0" presId="urn:microsoft.com/office/officeart/2005/8/layout/chevron2"/>
    <dgm:cxn modelId="{18C23818-84EB-4EFA-B4E0-7FA24AADF05C}" srcId="{A49B944C-53BB-4797-AFA2-CBD94B994D2F}" destId="{8DE9C5C1-E6DB-419A-AB4F-7CCBFDA74B63}" srcOrd="1" destOrd="0" parTransId="{5E3146F2-AE58-47DD-AA48-CF28F5D532CD}" sibTransId="{8B210BD4-E826-481A-9CA9-3702000DD451}"/>
    <dgm:cxn modelId="{137EA632-DE74-4D4C-8199-480783C69609}" srcId="{1DE9B741-7DA5-44E0-9639-BF0504454E99}" destId="{53E03604-9BE8-4771-95F8-F6EB2CFEE3C7}" srcOrd="0" destOrd="0" parTransId="{0F7B2D93-34CA-402A-951E-ACD677FD1E86}" sibTransId="{037637CB-ED41-414E-BA74-0195A8127183}"/>
    <dgm:cxn modelId="{5DFD9FD2-3D55-4369-9FC7-893C9F647772}" type="presOf" srcId="{1DE9B741-7DA5-44E0-9639-BF0504454E99}" destId="{0D4D95FB-F447-464A-91CE-930B4E765A96}" srcOrd="0" destOrd="0" presId="urn:microsoft.com/office/officeart/2005/8/layout/chevron2"/>
    <dgm:cxn modelId="{0E4CEB0B-85E1-40B1-9FAE-0D36E4A0AF93}" srcId="{8DE9C5C1-E6DB-419A-AB4F-7CCBFDA74B63}" destId="{E1DEB0BC-C113-45B5-9A22-1F701EA26240}" srcOrd="0" destOrd="0" parTransId="{F665C91F-1F36-4DFA-AC94-C5F137BA4EDB}" sibTransId="{35646DAA-39F0-409B-8737-DEA9B5B15B41}"/>
    <dgm:cxn modelId="{FA6975AC-FB4E-4E72-8AB1-60B0C56FBE61}" type="presOf" srcId="{E1DEB0BC-C113-45B5-9A22-1F701EA26240}" destId="{95B4EAE0-69C9-4C28-BF63-C1370BD2C815}" srcOrd="0" destOrd="0" presId="urn:microsoft.com/office/officeart/2005/8/layout/chevron2"/>
    <dgm:cxn modelId="{2E0A22F7-2E5A-4779-90A5-ED7D48CE18E7}" type="presParOf" srcId="{6531FDB7-582E-4F16-B7DE-81CDA3638514}" destId="{2EA46493-2CEE-44C0-BA62-23F012B22911}" srcOrd="0" destOrd="0" presId="urn:microsoft.com/office/officeart/2005/8/layout/chevron2"/>
    <dgm:cxn modelId="{DD4148CE-25B3-4185-AA55-6ABBB4AA3873}" type="presParOf" srcId="{2EA46493-2CEE-44C0-BA62-23F012B22911}" destId="{0D4D95FB-F447-464A-91CE-930B4E765A96}" srcOrd="0" destOrd="0" presId="urn:microsoft.com/office/officeart/2005/8/layout/chevron2"/>
    <dgm:cxn modelId="{E4138C5B-537F-4682-8196-C3612FA0CAFB}" type="presParOf" srcId="{2EA46493-2CEE-44C0-BA62-23F012B22911}" destId="{66D97BD2-4668-4166-B6A3-D4EB4BE37EBE}" srcOrd="1" destOrd="0" presId="urn:microsoft.com/office/officeart/2005/8/layout/chevron2"/>
    <dgm:cxn modelId="{A26150B8-7AC8-4467-A0F7-B2D82A4008D1}" type="presParOf" srcId="{6531FDB7-582E-4F16-B7DE-81CDA3638514}" destId="{848292E6-156C-4604-B260-F6438AFCCFA5}" srcOrd="1" destOrd="0" presId="urn:microsoft.com/office/officeart/2005/8/layout/chevron2"/>
    <dgm:cxn modelId="{C325C710-AFD5-4D77-8541-0DEE4BE49AF5}" type="presParOf" srcId="{6531FDB7-582E-4F16-B7DE-81CDA3638514}" destId="{A163F789-6B47-4758-B5CB-E38F21B37488}" srcOrd="2" destOrd="0" presId="urn:microsoft.com/office/officeart/2005/8/layout/chevron2"/>
    <dgm:cxn modelId="{43A79E17-72C9-4655-80ED-FEEA37BD99B9}" type="presParOf" srcId="{A163F789-6B47-4758-B5CB-E38F21B37488}" destId="{7F7F16EE-C5A9-48A0-AAFA-EF529982A550}" srcOrd="0" destOrd="0" presId="urn:microsoft.com/office/officeart/2005/8/layout/chevron2"/>
    <dgm:cxn modelId="{DC30F2F3-9507-4ED0-A0F6-A688EDC457CD}" type="presParOf" srcId="{A163F789-6B47-4758-B5CB-E38F21B37488}" destId="{95B4EAE0-69C9-4C28-BF63-C1370BD2C815}" srcOrd="1" destOrd="0" presId="urn:microsoft.com/office/officeart/2005/8/layout/chevron2"/>
    <dgm:cxn modelId="{7D313857-7B5D-4BB0-8F83-BFB7B0FC5A87}" type="presParOf" srcId="{6531FDB7-582E-4F16-B7DE-81CDA3638514}" destId="{EDC90395-D6DC-40DE-B051-D9B6ADB4F6B8}" srcOrd="3" destOrd="0" presId="urn:microsoft.com/office/officeart/2005/8/layout/chevron2"/>
    <dgm:cxn modelId="{7B3A464E-6067-4DC3-AF79-BA9AA4EB9C1C}" type="presParOf" srcId="{6531FDB7-582E-4F16-B7DE-81CDA3638514}" destId="{66FFF148-2195-47F1-B636-72DB278DB1E2}" srcOrd="4" destOrd="0" presId="urn:microsoft.com/office/officeart/2005/8/layout/chevron2"/>
    <dgm:cxn modelId="{B9707E01-6BDC-49F0-80FC-6C2E35FB4BA3}" type="presParOf" srcId="{66FFF148-2195-47F1-B636-72DB278DB1E2}" destId="{D7F14044-DF51-44D1-BBB6-66E2B25A73BE}" srcOrd="0" destOrd="0" presId="urn:microsoft.com/office/officeart/2005/8/layout/chevron2"/>
    <dgm:cxn modelId="{B8013CBC-A288-4DA0-99CD-DC2A2A7DCE08}" type="presParOf" srcId="{66FFF148-2195-47F1-B636-72DB278DB1E2}" destId="{D35DC872-A93D-42D8-9F93-95D90F28F1B1}" srcOrd="1" destOrd="0" presId="urn:microsoft.com/office/officeart/2005/8/layout/chevron2"/>
    <dgm:cxn modelId="{88D73634-3D91-4B6C-8A7A-4859685C131B}" type="presParOf" srcId="{6531FDB7-582E-4F16-B7DE-81CDA3638514}" destId="{6B3FF5D4-EB62-4A28-AD24-EEA6585FC6EA}" srcOrd="5" destOrd="0" presId="urn:microsoft.com/office/officeart/2005/8/layout/chevron2"/>
    <dgm:cxn modelId="{58E3A846-93B8-498E-9714-A923108AE470}" type="presParOf" srcId="{6531FDB7-582E-4F16-B7DE-81CDA3638514}" destId="{21FF0B59-0F91-4497-A71E-3A0F0B22AE93}" srcOrd="6" destOrd="0" presId="urn:microsoft.com/office/officeart/2005/8/layout/chevron2"/>
    <dgm:cxn modelId="{47AEA871-50A0-485E-AC4D-0F2689865897}" type="presParOf" srcId="{21FF0B59-0F91-4497-A71E-3A0F0B22AE93}" destId="{46C5815B-DCB5-4948-B77E-62BECD98B080}" srcOrd="0" destOrd="0" presId="urn:microsoft.com/office/officeart/2005/8/layout/chevron2"/>
    <dgm:cxn modelId="{9B7D1479-A66C-4849-A576-6BB397163136}" type="presParOf" srcId="{21FF0B59-0F91-4497-A71E-3A0F0B22AE93}" destId="{B055F55C-5F48-4F58-96F8-592F504AC416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49B944C-53BB-4797-AFA2-CBD94B994D2F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DE9B741-7DA5-44E0-9639-BF0504454E99}">
      <dgm:prSet phldrT="[Text]"/>
      <dgm:spPr/>
      <dgm:t>
        <a:bodyPr/>
        <a:lstStyle/>
        <a:p>
          <a:r>
            <a:rPr lang="vi-VN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S5</a:t>
          </a:r>
          <a:endParaRPr lang="vi-VN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816C3C8-D706-4CA1-9491-04E195FEFF35}" type="parTrans" cxnId="{2222EB17-C1DD-4F52-BB1B-84C4E22030DF}">
      <dgm:prSet/>
      <dgm:spPr/>
      <dgm:t>
        <a:bodyPr/>
        <a:lstStyle/>
        <a:p>
          <a:endParaRPr lang="en-US"/>
        </a:p>
      </dgm:t>
    </dgm:pt>
    <dgm:pt modelId="{FB80E3F4-C7C8-4CD0-B919-A2F598479C1B}" type="sibTrans" cxnId="{2222EB17-C1DD-4F52-BB1B-84C4E22030DF}">
      <dgm:prSet/>
      <dgm:spPr/>
      <dgm:t>
        <a:bodyPr/>
        <a:lstStyle/>
        <a:p>
          <a:endParaRPr lang="en-US"/>
        </a:p>
      </dgm:t>
    </dgm:pt>
    <dgm:pt modelId="{53E03604-9BE8-4771-95F8-F6EB2CFEE3C7}">
      <dgm:prSet phldrT="[Text]"/>
      <dgm:spPr/>
      <dgm:t>
        <a:bodyPr/>
        <a:lstStyle/>
        <a:p>
          <a:r>
            <a:rPr lang="vi-VN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Khách sạn có rất nhiều dịch vụ tiện nghi có thể đáp ứng tất cả các yêu cầu của du khách.</a:t>
          </a:r>
          <a:endParaRPr lang="vi-VN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F7B2D93-34CA-402A-951E-ACD677FD1E86}" type="parTrans" cxnId="{137EA632-DE74-4D4C-8199-480783C69609}">
      <dgm:prSet/>
      <dgm:spPr/>
      <dgm:t>
        <a:bodyPr/>
        <a:lstStyle/>
        <a:p>
          <a:endParaRPr lang="en-US"/>
        </a:p>
      </dgm:t>
    </dgm:pt>
    <dgm:pt modelId="{037637CB-ED41-414E-BA74-0195A8127183}" type="sibTrans" cxnId="{137EA632-DE74-4D4C-8199-480783C69609}">
      <dgm:prSet/>
      <dgm:spPr/>
      <dgm:t>
        <a:bodyPr/>
        <a:lstStyle/>
        <a:p>
          <a:endParaRPr lang="en-US"/>
        </a:p>
      </dgm:t>
    </dgm:pt>
    <dgm:pt modelId="{8DE9C5C1-E6DB-419A-AB4F-7CCBFDA74B63}">
      <dgm:prSet phldrT="[Text]"/>
      <dgm:spPr/>
      <dgm:t>
        <a:bodyPr/>
        <a:lstStyle/>
        <a:p>
          <a:r>
            <a:rPr lang="vi-VN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S6</a:t>
          </a:r>
          <a:endParaRPr lang="vi-VN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E3146F2-AE58-47DD-AA48-CF28F5D532CD}" type="parTrans" cxnId="{18C23818-84EB-4EFA-B4E0-7FA24AADF05C}">
      <dgm:prSet/>
      <dgm:spPr/>
      <dgm:t>
        <a:bodyPr/>
        <a:lstStyle/>
        <a:p>
          <a:endParaRPr lang="en-US"/>
        </a:p>
      </dgm:t>
    </dgm:pt>
    <dgm:pt modelId="{8B210BD4-E826-481A-9CA9-3702000DD451}" type="sibTrans" cxnId="{18C23818-84EB-4EFA-B4E0-7FA24AADF05C}">
      <dgm:prSet/>
      <dgm:spPr/>
      <dgm:t>
        <a:bodyPr/>
        <a:lstStyle/>
        <a:p>
          <a:endParaRPr lang="en-US"/>
        </a:p>
      </dgm:t>
    </dgm:pt>
    <dgm:pt modelId="{E1DEB0BC-C113-45B5-9A22-1F701EA26240}">
      <dgm:prSet phldrT="[Text]"/>
      <dgm:spPr/>
      <dgm:t>
        <a:bodyPr/>
        <a:lstStyle/>
        <a:p>
          <a:r>
            <a:rPr lang="vi-VN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Khách sạn đạt tiêu chuẩn quốc tế cung cấp những dịch vụ cao cấp và được chọn để đăng cai nhiều sự kiện mang tầm quốc tế.</a:t>
          </a:r>
          <a:endParaRPr lang="vi-VN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665C91F-1F36-4DFA-AC94-C5F137BA4EDB}" type="parTrans" cxnId="{0E4CEB0B-85E1-40B1-9FAE-0D36E4A0AF93}">
      <dgm:prSet/>
      <dgm:spPr/>
      <dgm:t>
        <a:bodyPr/>
        <a:lstStyle/>
        <a:p>
          <a:endParaRPr lang="en-US"/>
        </a:p>
      </dgm:t>
    </dgm:pt>
    <dgm:pt modelId="{35646DAA-39F0-409B-8737-DEA9B5B15B41}" type="sibTrans" cxnId="{0E4CEB0B-85E1-40B1-9FAE-0D36E4A0AF93}">
      <dgm:prSet/>
      <dgm:spPr/>
      <dgm:t>
        <a:bodyPr/>
        <a:lstStyle/>
        <a:p>
          <a:endParaRPr lang="en-US"/>
        </a:p>
      </dgm:t>
    </dgm:pt>
    <dgm:pt modelId="{BC8FCB26-46FB-4C33-9431-B76CBBD11AED}">
      <dgm:prSet phldrT="[Text]"/>
      <dgm:spPr/>
      <dgm:t>
        <a:bodyPr/>
        <a:lstStyle/>
        <a:p>
          <a:r>
            <a:rPr lang="vi-VN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S7</a:t>
          </a:r>
          <a:endParaRPr lang="vi-VN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1451B8F-D725-40FC-A1FF-F40E06D8B925}" type="parTrans" cxnId="{3DAEFFEB-7230-4C3A-A9AC-03EE1487ED88}">
      <dgm:prSet/>
      <dgm:spPr/>
      <dgm:t>
        <a:bodyPr/>
        <a:lstStyle/>
        <a:p>
          <a:endParaRPr lang="en-US"/>
        </a:p>
      </dgm:t>
    </dgm:pt>
    <dgm:pt modelId="{86AA183D-5CE1-4A02-B6D9-3EA27ECBCCCC}" type="sibTrans" cxnId="{3DAEFFEB-7230-4C3A-A9AC-03EE1487ED88}">
      <dgm:prSet/>
      <dgm:spPr/>
      <dgm:t>
        <a:bodyPr/>
        <a:lstStyle/>
        <a:p>
          <a:endParaRPr lang="en-US"/>
        </a:p>
      </dgm:t>
    </dgm:pt>
    <dgm:pt modelId="{929A867E-D471-463C-8F20-3FEB816A00B3}">
      <dgm:prSet phldrT="[Text]"/>
      <dgm:spPr/>
      <dgm:t>
        <a:bodyPr/>
        <a:lstStyle/>
        <a:p>
          <a:r>
            <a:rPr lang="vi-VN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Là điểm trung chuyển duy khách lớn nhất của Việt Nam ở khu vực Hà Nội.</a:t>
          </a:r>
          <a:endParaRPr lang="vi-VN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5C994C4-2843-40E7-A507-368987A92B4F}" type="parTrans" cxnId="{9752240B-8D5B-4B3A-979B-B021B38CA64C}">
      <dgm:prSet/>
      <dgm:spPr/>
      <dgm:t>
        <a:bodyPr/>
        <a:lstStyle/>
        <a:p>
          <a:endParaRPr lang="en-US"/>
        </a:p>
      </dgm:t>
    </dgm:pt>
    <dgm:pt modelId="{042ADFB3-C1E4-4F3B-942B-14510F342CCD}" type="sibTrans" cxnId="{9752240B-8D5B-4B3A-979B-B021B38CA64C}">
      <dgm:prSet/>
      <dgm:spPr/>
      <dgm:t>
        <a:bodyPr/>
        <a:lstStyle/>
        <a:p>
          <a:endParaRPr lang="en-US"/>
        </a:p>
      </dgm:t>
    </dgm:pt>
    <dgm:pt modelId="{3C0B3D5C-05A1-47D6-8986-B128247D01C7}">
      <dgm:prSet/>
      <dgm:spPr/>
      <dgm:t>
        <a:bodyPr/>
        <a:lstStyle/>
        <a:p>
          <a:r>
            <a:rPr lang="vi-VN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Hoạt động quảng bá sản phẩm của khách sạn rất mạnh.</a:t>
          </a:r>
          <a:endParaRPr lang="vi-VN" noProof="0" dirty="0"/>
        </a:p>
      </dgm:t>
    </dgm:pt>
    <dgm:pt modelId="{DB2E0E5C-5C92-4F96-A872-82FE82CAD782}" type="parTrans" cxnId="{7691C073-2383-453C-8257-98ACB5AB153D}">
      <dgm:prSet/>
      <dgm:spPr/>
      <dgm:t>
        <a:bodyPr/>
        <a:lstStyle/>
        <a:p>
          <a:endParaRPr lang="en-US"/>
        </a:p>
      </dgm:t>
    </dgm:pt>
    <dgm:pt modelId="{B82F4217-2DBC-417D-AD05-4C0536BB843B}" type="sibTrans" cxnId="{7691C073-2383-453C-8257-98ACB5AB153D}">
      <dgm:prSet/>
      <dgm:spPr/>
      <dgm:t>
        <a:bodyPr/>
        <a:lstStyle/>
        <a:p>
          <a:endParaRPr lang="en-US"/>
        </a:p>
      </dgm:t>
    </dgm:pt>
    <dgm:pt modelId="{37610CEE-AC85-4D62-ACD4-2D38BB5D5D6F}">
      <dgm:prSet phldrT="[Text]"/>
      <dgm:spPr/>
      <dgm:t>
        <a:bodyPr/>
        <a:lstStyle/>
        <a:p>
          <a:r>
            <a:rPr lang="vi-VN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S8</a:t>
          </a:r>
          <a:endParaRPr lang="vi-VN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63CB35D-18ED-4E53-970F-09ABF5579A06}" type="sibTrans" cxnId="{1E8DE8F5-3EDB-41B5-86FB-31FC67AFFC8A}">
      <dgm:prSet/>
      <dgm:spPr/>
      <dgm:t>
        <a:bodyPr/>
        <a:lstStyle/>
        <a:p>
          <a:endParaRPr lang="en-US"/>
        </a:p>
      </dgm:t>
    </dgm:pt>
    <dgm:pt modelId="{042C743A-6060-40A3-A2B8-8071412DBE82}" type="parTrans" cxnId="{1E8DE8F5-3EDB-41B5-86FB-31FC67AFFC8A}">
      <dgm:prSet/>
      <dgm:spPr/>
      <dgm:t>
        <a:bodyPr/>
        <a:lstStyle/>
        <a:p>
          <a:endParaRPr lang="en-US"/>
        </a:p>
      </dgm:t>
    </dgm:pt>
    <dgm:pt modelId="{6531FDB7-582E-4F16-B7DE-81CDA3638514}" type="pres">
      <dgm:prSet presAssocID="{A49B944C-53BB-4797-AFA2-CBD94B994D2F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EA46493-2CEE-44C0-BA62-23F012B22911}" type="pres">
      <dgm:prSet presAssocID="{1DE9B741-7DA5-44E0-9639-BF0504454E99}" presName="composite" presStyleCnt="0"/>
      <dgm:spPr/>
    </dgm:pt>
    <dgm:pt modelId="{0D4D95FB-F447-464A-91CE-930B4E765A96}" type="pres">
      <dgm:prSet presAssocID="{1DE9B741-7DA5-44E0-9639-BF0504454E99}" presName="parentText" presStyleLbl="align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6D97BD2-4668-4166-B6A3-D4EB4BE37EBE}" type="pres">
      <dgm:prSet presAssocID="{1DE9B741-7DA5-44E0-9639-BF0504454E99}" presName="descendantText" presStyleLbl="alignAcc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48292E6-156C-4604-B260-F6438AFCCFA5}" type="pres">
      <dgm:prSet presAssocID="{FB80E3F4-C7C8-4CD0-B919-A2F598479C1B}" presName="sp" presStyleCnt="0"/>
      <dgm:spPr/>
    </dgm:pt>
    <dgm:pt modelId="{A163F789-6B47-4758-B5CB-E38F21B37488}" type="pres">
      <dgm:prSet presAssocID="{8DE9C5C1-E6DB-419A-AB4F-7CCBFDA74B63}" presName="composite" presStyleCnt="0"/>
      <dgm:spPr/>
    </dgm:pt>
    <dgm:pt modelId="{7F7F16EE-C5A9-48A0-AAFA-EF529982A550}" type="pres">
      <dgm:prSet presAssocID="{8DE9C5C1-E6DB-419A-AB4F-7CCBFDA74B63}" presName="parentText" presStyleLbl="align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5B4EAE0-69C9-4C28-BF63-C1370BD2C815}" type="pres">
      <dgm:prSet presAssocID="{8DE9C5C1-E6DB-419A-AB4F-7CCBFDA74B63}" presName="descendantText" presStyleLbl="alignAcc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DC90395-D6DC-40DE-B051-D9B6ADB4F6B8}" type="pres">
      <dgm:prSet presAssocID="{8B210BD4-E826-481A-9CA9-3702000DD451}" presName="sp" presStyleCnt="0"/>
      <dgm:spPr/>
    </dgm:pt>
    <dgm:pt modelId="{66FFF148-2195-47F1-B636-72DB278DB1E2}" type="pres">
      <dgm:prSet presAssocID="{BC8FCB26-46FB-4C33-9431-B76CBBD11AED}" presName="composite" presStyleCnt="0"/>
      <dgm:spPr/>
    </dgm:pt>
    <dgm:pt modelId="{D7F14044-DF51-44D1-BBB6-66E2B25A73BE}" type="pres">
      <dgm:prSet presAssocID="{BC8FCB26-46FB-4C33-9431-B76CBBD11AED}" presName="parentText" presStyleLbl="align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35DC872-A93D-42D8-9F93-95D90F28F1B1}" type="pres">
      <dgm:prSet presAssocID="{BC8FCB26-46FB-4C33-9431-B76CBBD11AED}" presName="descendantText" presStyleLbl="alignAcc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B3FF5D4-EB62-4A28-AD24-EEA6585FC6EA}" type="pres">
      <dgm:prSet presAssocID="{86AA183D-5CE1-4A02-B6D9-3EA27ECBCCCC}" presName="sp" presStyleCnt="0"/>
      <dgm:spPr/>
    </dgm:pt>
    <dgm:pt modelId="{21FF0B59-0F91-4497-A71E-3A0F0B22AE93}" type="pres">
      <dgm:prSet presAssocID="{37610CEE-AC85-4D62-ACD4-2D38BB5D5D6F}" presName="composite" presStyleCnt="0"/>
      <dgm:spPr/>
    </dgm:pt>
    <dgm:pt modelId="{46C5815B-DCB5-4948-B77E-62BECD98B080}" type="pres">
      <dgm:prSet presAssocID="{37610CEE-AC85-4D62-ACD4-2D38BB5D5D6F}" presName="parentText" presStyleLbl="align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055F55C-5F48-4F58-96F8-592F504AC416}" type="pres">
      <dgm:prSet presAssocID="{37610CEE-AC85-4D62-ACD4-2D38BB5D5D6F}" presName="descendantText" presStyleLbl="alignAcc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68E3006-303E-4701-9AA5-6EC67EF4D5FD}" type="presOf" srcId="{53E03604-9BE8-4771-95F8-F6EB2CFEE3C7}" destId="{66D97BD2-4668-4166-B6A3-D4EB4BE37EBE}" srcOrd="0" destOrd="0" presId="urn:microsoft.com/office/officeart/2005/8/layout/chevron2"/>
    <dgm:cxn modelId="{B0EB31B7-EB2A-4707-BEF6-8281BB8FA9B1}" type="presOf" srcId="{37610CEE-AC85-4D62-ACD4-2D38BB5D5D6F}" destId="{46C5815B-DCB5-4948-B77E-62BECD98B080}" srcOrd="0" destOrd="0" presId="urn:microsoft.com/office/officeart/2005/8/layout/chevron2"/>
    <dgm:cxn modelId="{9752240B-8D5B-4B3A-979B-B021B38CA64C}" srcId="{37610CEE-AC85-4D62-ACD4-2D38BB5D5D6F}" destId="{929A867E-D471-463C-8F20-3FEB816A00B3}" srcOrd="0" destOrd="0" parTransId="{E5C994C4-2843-40E7-A507-368987A92B4F}" sibTransId="{042ADFB3-C1E4-4F3B-942B-14510F342CCD}"/>
    <dgm:cxn modelId="{B1FB707D-7BA3-48B5-99D4-45C21E80EA62}" type="presOf" srcId="{BC8FCB26-46FB-4C33-9431-B76CBBD11AED}" destId="{D7F14044-DF51-44D1-BBB6-66E2B25A73BE}" srcOrd="0" destOrd="0" presId="urn:microsoft.com/office/officeart/2005/8/layout/chevron2"/>
    <dgm:cxn modelId="{747D9630-1B25-4C9F-A0AD-533061CE1961}" type="presOf" srcId="{A49B944C-53BB-4797-AFA2-CBD94B994D2F}" destId="{6531FDB7-582E-4F16-B7DE-81CDA3638514}" srcOrd="0" destOrd="0" presId="urn:microsoft.com/office/officeart/2005/8/layout/chevron2"/>
    <dgm:cxn modelId="{7691C073-2383-453C-8257-98ACB5AB153D}" srcId="{BC8FCB26-46FB-4C33-9431-B76CBBD11AED}" destId="{3C0B3D5C-05A1-47D6-8986-B128247D01C7}" srcOrd="0" destOrd="0" parTransId="{DB2E0E5C-5C92-4F96-A872-82FE82CAD782}" sibTransId="{B82F4217-2DBC-417D-AD05-4C0536BB843B}"/>
    <dgm:cxn modelId="{7591E2DB-2808-493D-BEF7-512F54346F84}" type="presOf" srcId="{8DE9C5C1-E6DB-419A-AB4F-7CCBFDA74B63}" destId="{7F7F16EE-C5A9-48A0-AAFA-EF529982A550}" srcOrd="0" destOrd="0" presId="urn:microsoft.com/office/officeart/2005/8/layout/chevron2"/>
    <dgm:cxn modelId="{98CF471B-F9B8-408A-AAB6-F10739490268}" type="presOf" srcId="{929A867E-D471-463C-8F20-3FEB816A00B3}" destId="{B055F55C-5F48-4F58-96F8-592F504AC416}" srcOrd="0" destOrd="0" presId="urn:microsoft.com/office/officeart/2005/8/layout/chevron2"/>
    <dgm:cxn modelId="{2222EB17-C1DD-4F52-BB1B-84C4E22030DF}" srcId="{A49B944C-53BB-4797-AFA2-CBD94B994D2F}" destId="{1DE9B741-7DA5-44E0-9639-BF0504454E99}" srcOrd="0" destOrd="0" parTransId="{D816C3C8-D706-4CA1-9491-04E195FEFF35}" sibTransId="{FB80E3F4-C7C8-4CD0-B919-A2F598479C1B}"/>
    <dgm:cxn modelId="{1E8DE8F5-3EDB-41B5-86FB-31FC67AFFC8A}" srcId="{A49B944C-53BB-4797-AFA2-CBD94B994D2F}" destId="{37610CEE-AC85-4D62-ACD4-2D38BB5D5D6F}" srcOrd="3" destOrd="0" parTransId="{042C743A-6060-40A3-A2B8-8071412DBE82}" sibTransId="{B63CB35D-18ED-4E53-970F-09ABF5579A06}"/>
    <dgm:cxn modelId="{3DAEFFEB-7230-4C3A-A9AC-03EE1487ED88}" srcId="{A49B944C-53BB-4797-AFA2-CBD94B994D2F}" destId="{BC8FCB26-46FB-4C33-9431-B76CBBD11AED}" srcOrd="2" destOrd="0" parTransId="{81451B8F-D725-40FC-A1FF-F40E06D8B925}" sibTransId="{86AA183D-5CE1-4A02-B6D9-3EA27ECBCCCC}"/>
    <dgm:cxn modelId="{348BD5DD-62FC-4E17-BC0F-6F57C302EF62}" type="presOf" srcId="{3C0B3D5C-05A1-47D6-8986-B128247D01C7}" destId="{D35DC872-A93D-42D8-9F93-95D90F28F1B1}" srcOrd="0" destOrd="0" presId="urn:microsoft.com/office/officeart/2005/8/layout/chevron2"/>
    <dgm:cxn modelId="{18C23818-84EB-4EFA-B4E0-7FA24AADF05C}" srcId="{A49B944C-53BB-4797-AFA2-CBD94B994D2F}" destId="{8DE9C5C1-E6DB-419A-AB4F-7CCBFDA74B63}" srcOrd="1" destOrd="0" parTransId="{5E3146F2-AE58-47DD-AA48-CF28F5D532CD}" sibTransId="{8B210BD4-E826-481A-9CA9-3702000DD451}"/>
    <dgm:cxn modelId="{137EA632-DE74-4D4C-8199-480783C69609}" srcId="{1DE9B741-7DA5-44E0-9639-BF0504454E99}" destId="{53E03604-9BE8-4771-95F8-F6EB2CFEE3C7}" srcOrd="0" destOrd="0" parTransId="{0F7B2D93-34CA-402A-951E-ACD677FD1E86}" sibTransId="{037637CB-ED41-414E-BA74-0195A8127183}"/>
    <dgm:cxn modelId="{5DFD9FD2-3D55-4369-9FC7-893C9F647772}" type="presOf" srcId="{1DE9B741-7DA5-44E0-9639-BF0504454E99}" destId="{0D4D95FB-F447-464A-91CE-930B4E765A96}" srcOrd="0" destOrd="0" presId="urn:microsoft.com/office/officeart/2005/8/layout/chevron2"/>
    <dgm:cxn modelId="{0E4CEB0B-85E1-40B1-9FAE-0D36E4A0AF93}" srcId="{8DE9C5C1-E6DB-419A-AB4F-7CCBFDA74B63}" destId="{E1DEB0BC-C113-45B5-9A22-1F701EA26240}" srcOrd="0" destOrd="0" parTransId="{F665C91F-1F36-4DFA-AC94-C5F137BA4EDB}" sibTransId="{35646DAA-39F0-409B-8737-DEA9B5B15B41}"/>
    <dgm:cxn modelId="{FA6975AC-FB4E-4E72-8AB1-60B0C56FBE61}" type="presOf" srcId="{E1DEB0BC-C113-45B5-9A22-1F701EA26240}" destId="{95B4EAE0-69C9-4C28-BF63-C1370BD2C815}" srcOrd="0" destOrd="0" presId="urn:microsoft.com/office/officeart/2005/8/layout/chevron2"/>
    <dgm:cxn modelId="{2E0A22F7-2E5A-4779-90A5-ED7D48CE18E7}" type="presParOf" srcId="{6531FDB7-582E-4F16-B7DE-81CDA3638514}" destId="{2EA46493-2CEE-44C0-BA62-23F012B22911}" srcOrd="0" destOrd="0" presId="urn:microsoft.com/office/officeart/2005/8/layout/chevron2"/>
    <dgm:cxn modelId="{DD4148CE-25B3-4185-AA55-6ABBB4AA3873}" type="presParOf" srcId="{2EA46493-2CEE-44C0-BA62-23F012B22911}" destId="{0D4D95FB-F447-464A-91CE-930B4E765A96}" srcOrd="0" destOrd="0" presId="urn:microsoft.com/office/officeart/2005/8/layout/chevron2"/>
    <dgm:cxn modelId="{E4138C5B-537F-4682-8196-C3612FA0CAFB}" type="presParOf" srcId="{2EA46493-2CEE-44C0-BA62-23F012B22911}" destId="{66D97BD2-4668-4166-B6A3-D4EB4BE37EBE}" srcOrd="1" destOrd="0" presId="urn:microsoft.com/office/officeart/2005/8/layout/chevron2"/>
    <dgm:cxn modelId="{A26150B8-7AC8-4467-A0F7-B2D82A4008D1}" type="presParOf" srcId="{6531FDB7-582E-4F16-B7DE-81CDA3638514}" destId="{848292E6-156C-4604-B260-F6438AFCCFA5}" srcOrd="1" destOrd="0" presId="urn:microsoft.com/office/officeart/2005/8/layout/chevron2"/>
    <dgm:cxn modelId="{C325C710-AFD5-4D77-8541-0DEE4BE49AF5}" type="presParOf" srcId="{6531FDB7-582E-4F16-B7DE-81CDA3638514}" destId="{A163F789-6B47-4758-B5CB-E38F21B37488}" srcOrd="2" destOrd="0" presId="urn:microsoft.com/office/officeart/2005/8/layout/chevron2"/>
    <dgm:cxn modelId="{43A79E17-72C9-4655-80ED-FEEA37BD99B9}" type="presParOf" srcId="{A163F789-6B47-4758-B5CB-E38F21B37488}" destId="{7F7F16EE-C5A9-48A0-AAFA-EF529982A550}" srcOrd="0" destOrd="0" presId="urn:microsoft.com/office/officeart/2005/8/layout/chevron2"/>
    <dgm:cxn modelId="{DC30F2F3-9507-4ED0-A0F6-A688EDC457CD}" type="presParOf" srcId="{A163F789-6B47-4758-B5CB-E38F21B37488}" destId="{95B4EAE0-69C9-4C28-BF63-C1370BD2C815}" srcOrd="1" destOrd="0" presId="urn:microsoft.com/office/officeart/2005/8/layout/chevron2"/>
    <dgm:cxn modelId="{7D313857-7B5D-4BB0-8F83-BFB7B0FC5A87}" type="presParOf" srcId="{6531FDB7-582E-4F16-B7DE-81CDA3638514}" destId="{EDC90395-D6DC-40DE-B051-D9B6ADB4F6B8}" srcOrd="3" destOrd="0" presId="urn:microsoft.com/office/officeart/2005/8/layout/chevron2"/>
    <dgm:cxn modelId="{7B3A464E-6067-4DC3-AF79-BA9AA4EB9C1C}" type="presParOf" srcId="{6531FDB7-582E-4F16-B7DE-81CDA3638514}" destId="{66FFF148-2195-47F1-B636-72DB278DB1E2}" srcOrd="4" destOrd="0" presId="urn:microsoft.com/office/officeart/2005/8/layout/chevron2"/>
    <dgm:cxn modelId="{B9707E01-6BDC-49F0-80FC-6C2E35FB4BA3}" type="presParOf" srcId="{66FFF148-2195-47F1-B636-72DB278DB1E2}" destId="{D7F14044-DF51-44D1-BBB6-66E2B25A73BE}" srcOrd="0" destOrd="0" presId="urn:microsoft.com/office/officeart/2005/8/layout/chevron2"/>
    <dgm:cxn modelId="{B8013CBC-A288-4DA0-99CD-DC2A2A7DCE08}" type="presParOf" srcId="{66FFF148-2195-47F1-B636-72DB278DB1E2}" destId="{D35DC872-A93D-42D8-9F93-95D90F28F1B1}" srcOrd="1" destOrd="0" presId="urn:microsoft.com/office/officeart/2005/8/layout/chevron2"/>
    <dgm:cxn modelId="{88D73634-3D91-4B6C-8A7A-4859685C131B}" type="presParOf" srcId="{6531FDB7-582E-4F16-B7DE-81CDA3638514}" destId="{6B3FF5D4-EB62-4A28-AD24-EEA6585FC6EA}" srcOrd="5" destOrd="0" presId="urn:microsoft.com/office/officeart/2005/8/layout/chevron2"/>
    <dgm:cxn modelId="{58E3A846-93B8-498E-9714-A923108AE470}" type="presParOf" srcId="{6531FDB7-582E-4F16-B7DE-81CDA3638514}" destId="{21FF0B59-0F91-4497-A71E-3A0F0B22AE93}" srcOrd="6" destOrd="0" presId="urn:microsoft.com/office/officeart/2005/8/layout/chevron2"/>
    <dgm:cxn modelId="{47AEA871-50A0-485E-AC4D-0F2689865897}" type="presParOf" srcId="{21FF0B59-0F91-4497-A71E-3A0F0B22AE93}" destId="{46C5815B-DCB5-4948-B77E-62BECD98B080}" srcOrd="0" destOrd="0" presId="urn:microsoft.com/office/officeart/2005/8/layout/chevron2"/>
    <dgm:cxn modelId="{9B7D1479-A66C-4849-A576-6BB397163136}" type="presParOf" srcId="{21FF0B59-0F91-4497-A71E-3A0F0B22AE93}" destId="{B055F55C-5F48-4F58-96F8-592F504AC416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49B944C-53BB-4797-AFA2-CBD94B994D2F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DE9B741-7DA5-44E0-9639-BF0504454E99}">
      <dgm:prSet phldrT="[Text]"/>
      <dgm:spPr/>
      <dgm:t>
        <a:bodyPr/>
        <a:lstStyle/>
        <a:p>
          <a:r>
            <a:rPr lang="vi-VN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W1</a:t>
          </a:r>
          <a:endParaRPr lang="vi-VN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816C3C8-D706-4CA1-9491-04E195FEFF35}" type="parTrans" cxnId="{2222EB17-C1DD-4F52-BB1B-84C4E22030DF}">
      <dgm:prSet/>
      <dgm:spPr/>
      <dgm:t>
        <a:bodyPr/>
        <a:lstStyle/>
        <a:p>
          <a:endParaRPr lang="en-US"/>
        </a:p>
      </dgm:t>
    </dgm:pt>
    <dgm:pt modelId="{FB80E3F4-C7C8-4CD0-B919-A2F598479C1B}" type="sibTrans" cxnId="{2222EB17-C1DD-4F52-BB1B-84C4E22030DF}">
      <dgm:prSet/>
      <dgm:spPr/>
      <dgm:t>
        <a:bodyPr/>
        <a:lstStyle/>
        <a:p>
          <a:endParaRPr lang="en-US"/>
        </a:p>
      </dgm:t>
    </dgm:pt>
    <dgm:pt modelId="{53E03604-9BE8-4771-95F8-F6EB2CFEE3C7}">
      <dgm:prSet phldrT="[Text]"/>
      <dgm:spPr/>
      <dgm:t>
        <a:bodyPr/>
        <a:lstStyle/>
        <a:p>
          <a:r>
            <a:rPr lang="vi-VN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Cơ chế tuyển dụng nhân viên còn nhiều hạn chế.</a:t>
          </a:r>
          <a:endParaRPr lang="vi-VN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F7B2D93-34CA-402A-951E-ACD677FD1E86}" type="parTrans" cxnId="{137EA632-DE74-4D4C-8199-480783C69609}">
      <dgm:prSet/>
      <dgm:spPr/>
      <dgm:t>
        <a:bodyPr/>
        <a:lstStyle/>
        <a:p>
          <a:endParaRPr lang="en-US"/>
        </a:p>
      </dgm:t>
    </dgm:pt>
    <dgm:pt modelId="{037637CB-ED41-414E-BA74-0195A8127183}" type="sibTrans" cxnId="{137EA632-DE74-4D4C-8199-480783C69609}">
      <dgm:prSet/>
      <dgm:spPr/>
      <dgm:t>
        <a:bodyPr/>
        <a:lstStyle/>
        <a:p>
          <a:endParaRPr lang="en-US"/>
        </a:p>
      </dgm:t>
    </dgm:pt>
    <dgm:pt modelId="{8DE9C5C1-E6DB-419A-AB4F-7CCBFDA74B63}">
      <dgm:prSet phldrT="[Text]"/>
      <dgm:spPr/>
      <dgm:t>
        <a:bodyPr/>
        <a:lstStyle/>
        <a:p>
          <a:r>
            <a:rPr lang="vi-VN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W2</a:t>
          </a:r>
          <a:endParaRPr lang="vi-VN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E3146F2-AE58-47DD-AA48-CF28F5D532CD}" type="parTrans" cxnId="{18C23818-84EB-4EFA-B4E0-7FA24AADF05C}">
      <dgm:prSet/>
      <dgm:spPr/>
      <dgm:t>
        <a:bodyPr/>
        <a:lstStyle/>
        <a:p>
          <a:endParaRPr lang="en-US"/>
        </a:p>
      </dgm:t>
    </dgm:pt>
    <dgm:pt modelId="{8B210BD4-E826-481A-9CA9-3702000DD451}" type="sibTrans" cxnId="{18C23818-84EB-4EFA-B4E0-7FA24AADF05C}">
      <dgm:prSet/>
      <dgm:spPr/>
      <dgm:t>
        <a:bodyPr/>
        <a:lstStyle/>
        <a:p>
          <a:endParaRPr lang="en-US"/>
        </a:p>
      </dgm:t>
    </dgm:pt>
    <dgm:pt modelId="{E1DEB0BC-C113-45B5-9A22-1F701EA26240}">
      <dgm:prSet phldrT="[Text]"/>
      <dgm:spPr/>
      <dgm:t>
        <a:bodyPr/>
        <a:lstStyle/>
        <a:p>
          <a:r>
            <a:rPr lang="vi-VN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Giá các sản phẩm dịch vụ còn khá cao so với chất lượng của chúng.</a:t>
          </a:r>
          <a:endParaRPr lang="vi-VN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665C91F-1F36-4DFA-AC94-C5F137BA4EDB}" type="parTrans" cxnId="{0E4CEB0B-85E1-40B1-9FAE-0D36E4A0AF93}">
      <dgm:prSet/>
      <dgm:spPr/>
      <dgm:t>
        <a:bodyPr/>
        <a:lstStyle/>
        <a:p>
          <a:endParaRPr lang="en-US"/>
        </a:p>
      </dgm:t>
    </dgm:pt>
    <dgm:pt modelId="{35646DAA-39F0-409B-8737-DEA9B5B15B41}" type="sibTrans" cxnId="{0E4CEB0B-85E1-40B1-9FAE-0D36E4A0AF93}">
      <dgm:prSet/>
      <dgm:spPr/>
      <dgm:t>
        <a:bodyPr/>
        <a:lstStyle/>
        <a:p>
          <a:endParaRPr lang="en-US"/>
        </a:p>
      </dgm:t>
    </dgm:pt>
    <dgm:pt modelId="{BC8FCB26-46FB-4C33-9431-B76CBBD11AED}">
      <dgm:prSet phldrT="[Text]"/>
      <dgm:spPr/>
      <dgm:t>
        <a:bodyPr/>
        <a:lstStyle/>
        <a:p>
          <a:r>
            <a:rPr lang="vi-VN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W3</a:t>
          </a:r>
          <a:endParaRPr lang="vi-VN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1451B8F-D725-40FC-A1FF-F40E06D8B925}" type="parTrans" cxnId="{3DAEFFEB-7230-4C3A-A9AC-03EE1487ED88}">
      <dgm:prSet/>
      <dgm:spPr/>
      <dgm:t>
        <a:bodyPr/>
        <a:lstStyle/>
        <a:p>
          <a:endParaRPr lang="en-US"/>
        </a:p>
      </dgm:t>
    </dgm:pt>
    <dgm:pt modelId="{86AA183D-5CE1-4A02-B6D9-3EA27ECBCCCC}" type="sibTrans" cxnId="{3DAEFFEB-7230-4C3A-A9AC-03EE1487ED88}">
      <dgm:prSet/>
      <dgm:spPr/>
      <dgm:t>
        <a:bodyPr/>
        <a:lstStyle/>
        <a:p>
          <a:endParaRPr lang="en-US"/>
        </a:p>
      </dgm:t>
    </dgm:pt>
    <dgm:pt modelId="{929A867E-D471-463C-8F20-3FEB816A00B3}">
      <dgm:prSet phldrT="[Text]"/>
      <dgm:spPr/>
      <dgm:t>
        <a:bodyPr/>
        <a:lstStyle/>
        <a:p>
          <a:r>
            <a:rPr lang="vi-VN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Là một khách sạn trẻ vừa mới thành lập, vị trí của khách sạn trên thị trường cũng như trong lòng khách du lịch vẫn chưa được vững chắc. </a:t>
          </a:r>
          <a:endParaRPr lang="vi-VN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5C994C4-2843-40E7-A507-368987A92B4F}" type="parTrans" cxnId="{9752240B-8D5B-4B3A-979B-B021B38CA64C}">
      <dgm:prSet/>
      <dgm:spPr/>
      <dgm:t>
        <a:bodyPr/>
        <a:lstStyle/>
        <a:p>
          <a:endParaRPr lang="en-US"/>
        </a:p>
      </dgm:t>
    </dgm:pt>
    <dgm:pt modelId="{042ADFB3-C1E4-4F3B-942B-14510F342CCD}" type="sibTrans" cxnId="{9752240B-8D5B-4B3A-979B-B021B38CA64C}">
      <dgm:prSet/>
      <dgm:spPr/>
      <dgm:t>
        <a:bodyPr/>
        <a:lstStyle/>
        <a:p>
          <a:endParaRPr lang="en-US"/>
        </a:p>
      </dgm:t>
    </dgm:pt>
    <dgm:pt modelId="{37610CEE-AC85-4D62-ACD4-2D38BB5D5D6F}">
      <dgm:prSet phldrT="[Text]"/>
      <dgm:spPr/>
      <dgm:t>
        <a:bodyPr/>
        <a:lstStyle/>
        <a:p>
          <a:r>
            <a:rPr lang="vi-VN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W4</a:t>
          </a:r>
          <a:endParaRPr lang="vi-VN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42C743A-6060-40A3-A2B8-8071412DBE82}" type="parTrans" cxnId="{1E8DE8F5-3EDB-41B5-86FB-31FC67AFFC8A}">
      <dgm:prSet/>
      <dgm:spPr/>
      <dgm:t>
        <a:bodyPr/>
        <a:lstStyle/>
        <a:p>
          <a:endParaRPr lang="en-US"/>
        </a:p>
      </dgm:t>
    </dgm:pt>
    <dgm:pt modelId="{B63CB35D-18ED-4E53-970F-09ABF5579A06}" type="sibTrans" cxnId="{1E8DE8F5-3EDB-41B5-86FB-31FC67AFFC8A}">
      <dgm:prSet/>
      <dgm:spPr/>
      <dgm:t>
        <a:bodyPr/>
        <a:lstStyle/>
        <a:p>
          <a:endParaRPr lang="en-US"/>
        </a:p>
      </dgm:t>
    </dgm:pt>
    <dgm:pt modelId="{3C0B3D5C-05A1-47D6-8986-B128247D01C7}">
      <dgm:prSet/>
      <dgm:spPr/>
      <dgm:t>
        <a:bodyPr/>
        <a:lstStyle/>
        <a:p>
          <a:r>
            <a:rPr lang="vi-VN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Khách sạn nằm ở vị trí trung tâm thành phố nên có rất nhiều đối thủ cạnh tranh lớn.</a:t>
          </a:r>
          <a:endParaRPr lang="vi-VN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B2E0E5C-5C92-4F96-A872-82FE82CAD782}" type="parTrans" cxnId="{7691C073-2383-453C-8257-98ACB5AB153D}">
      <dgm:prSet/>
      <dgm:spPr/>
      <dgm:t>
        <a:bodyPr/>
        <a:lstStyle/>
        <a:p>
          <a:endParaRPr lang="en-US"/>
        </a:p>
      </dgm:t>
    </dgm:pt>
    <dgm:pt modelId="{B82F4217-2DBC-417D-AD05-4C0536BB843B}" type="sibTrans" cxnId="{7691C073-2383-453C-8257-98ACB5AB153D}">
      <dgm:prSet/>
      <dgm:spPr/>
      <dgm:t>
        <a:bodyPr/>
        <a:lstStyle/>
        <a:p>
          <a:endParaRPr lang="en-US"/>
        </a:p>
      </dgm:t>
    </dgm:pt>
    <dgm:pt modelId="{6531FDB7-582E-4F16-B7DE-81CDA3638514}" type="pres">
      <dgm:prSet presAssocID="{A49B944C-53BB-4797-AFA2-CBD94B994D2F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EA46493-2CEE-44C0-BA62-23F012B22911}" type="pres">
      <dgm:prSet presAssocID="{1DE9B741-7DA5-44E0-9639-BF0504454E99}" presName="composite" presStyleCnt="0"/>
      <dgm:spPr/>
    </dgm:pt>
    <dgm:pt modelId="{0D4D95FB-F447-464A-91CE-930B4E765A96}" type="pres">
      <dgm:prSet presAssocID="{1DE9B741-7DA5-44E0-9639-BF0504454E99}" presName="parentText" presStyleLbl="align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6D97BD2-4668-4166-B6A3-D4EB4BE37EBE}" type="pres">
      <dgm:prSet presAssocID="{1DE9B741-7DA5-44E0-9639-BF0504454E99}" presName="descendantText" presStyleLbl="alignAcc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48292E6-156C-4604-B260-F6438AFCCFA5}" type="pres">
      <dgm:prSet presAssocID="{FB80E3F4-C7C8-4CD0-B919-A2F598479C1B}" presName="sp" presStyleCnt="0"/>
      <dgm:spPr/>
    </dgm:pt>
    <dgm:pt modelId="{A163F789-6B47-4758-B5CB-E38F21B37488}" type="pres">
      <dgm:prSet presAssocID="{8DE9C5C1-E6DB-419A-AB4F-7CCBFDA74B63}" presName="composite" presStyleCnt="0"/>
      <dgm:spPr/>
    </dgm:pt>
    <dgm:pt modelId="{7F7F16EE-C5A9-48A0-AAFA-EF529982A550}" type="pres">
      <dgm:prSet presAssocID="{8DE9C5C1-E6DB-419A-AB4F-7CCBFDA74B63}" presName="parentText" presStyleLbl="align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5B4EAE0-69C9-4C28-BF63-C1370BD2C815}" type="pres">
      <dgm:prSet presAssocID="{8DE9C5C1-E6DB-419A-AB4F-7CCBFDA74B63}" presName="descendantText" presStyleLbl="alignAcc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DC90395-D6DC-40DE-B051-D9B6ADB4F6B8}" type="pres">
      <dgm:prSet presAssocID="{8B210BD4-E826-481A-9CA9-3702000DD451}" presName="sp" presStyleCnt="0"/>
      <dgm:spPr/>
    </dgm:pt>
    <dgm:pt modelId="{66FFF148-2195-47F1-B636-72DB278DB1E2}" type="pres">
      <dgm:prSet presAssocID="{BC8FCB26-46FB-4C33-9431-B76CBBD11AED}" presName="composite" presStyleCnt="0"/>
      <dgm:spPr/>
    </dgm:pt>
    <dgm:pt modelId="{D7F14044-DF51-44D1-BBB6-66E2B25A73BE}" type="pres">
      <dgm:prSet presAssocID="{BC8FCB26-46FB-4C33-9431-B76CBBD11AED}" presName="parentText" presStyleLbl="align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35DC872-A93D-42D8-9F93-95D90F28F1B1}" type="pres">
      <dgm:prSet presAssocID="{BC8FCB26-46FB-4C33-9431-B76CBBD11AED}" presName="descendantText" presStyleLbl="alignAcc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B3FF5D4-EB62-4A28-AD24-EEA6585FC6EA}" type="pres">
      <dgm:prSet presAssocID="{86AA183D-5CE1-4A02-B6D9-3EA27ECBCCCC}" presName="sp" presStyleCnt="0"/>
      <dgm:spPr/>
    </dgm:pt>
    <dgm:pt modelId="{21FF0B59-0F91-4497-A71E-3A0F0B22AE93}" type="pres">
      <dgm:prSet presAssocID="{37610CEE-AC85-4D62-ACD4-2D38BB5D5D6F}" presName="composite" presStyleCnt="0"/>
      <dgm:spPr/>
    </dgm:pt>
    <dgm:pt modelId="{46C5815B-DCB5-4948-B77E-62BECD98B080}" type="pres">
      <dgm:prSet presAssocID="{37610CEE-AC85-4D62-ACD4-2D38BB5D5D6F}" presName="parentText" presStyleLbl="align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055F55C-5F48-4F58-96F8-592F504AC416}" type="pres">
      <dgm:prSet presAssocID="{37610CEE-AC85-4D62-ACD4-2D38BB5D5D6F}" presName="descendantText" presStyleLbl="alignAcc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68E3006-303E-4701-9AA5-6EC67EF4D5FD}" type="presOf" srcId="{53E03604-9BE8-4771-95F8-F6EB2CFEE3C7}" destId="{66D97BD2-4668-4166-B6A3-D4EB4BE37EBE}" srcOrd="0" destOrd="0" presId="urn:microsoft.com/office/officeart/2005/8/layout/chevron2"/>
    <dgm:cxn modelId="{B0EB31B7-EB2A-4707-BEF6-8281BB8FA9B1}" type="presOf" srcId="{37610CEE-AC85-4D62-ACD4-2D38BB5D5D6F}" destId="{46C5815B-DCB5-4948-B77E-62BECD98B080}" srcOrd="0" destOrd="0" presId="urn:microsoft.com/office/officeart/2005/8/layout/chevron2"/>
    <dgm:cxn modelId="{9752240B-8D5B-4B3A-979B-B021B38CA64C}" srcId="{37610CEE-AC85-4D62-ACD4-2D38BB5D5D6F}" destId="{929A867E-D471-463C-8F20-3FEB816A00B3}" srcOrd="0" destOrd="0" parTransId="{E5C994C4-2843-40E7-A507-368987A92B4F}" sibTransId="{042ADFB3-C1E4-4F3B-942B-14510F342CCD}"/>
    <dgm:cxn modelId="{B1FB707D-7BA3-48B5-99D4-45C21E80EA62}" type="presOf" srcId="{BC8FCB26-46FB-4C33-9431-B76CBBD11AED}" destId="{D7F14044-DF51-44D1-BBB6-66E2B25A73BE}" srcOrd="0" destOrd="0" presId="urn:microsoft.com/office/officeart/2005/8/layout/chevron2"/>
    <dgm:cxn modelId="{747D9630-1B25-4C9F-A0AD-533061CE1961}" type="presOf" srcId="{A49B944C-53BB-4797-AFA2-CBD94B994D2F}" destId="{6531FDB7-582E-4F16-B7DE-81CDA3638514}" srcOrd="0" destOrd="0" presId="urn:microsoft.com/office/officeart/2005/8/layout/chevron2"/>
    <dgm:cxn modelId="{7691C073-2383-453C-8257-98ACB5AB153D}" srcId="{BC8FCB26-46FB-4C33-9431-B76CBBD11AED}" destId="{3C0B3D5C-05A1-47D6-8986-B128247D01C7}" srcOrd="0" destOrd="0" parTransId="{DB2E0E5C-5C92-4F96-A872-82FE82CAD782}" sibTransId="{B82F4217-2DBC-417D-AD05-4C0536BB843B}"/>
    <dgm:cxn modelId="{7591E2DB-2808-493D-BEF7-512F54346F84}" type="presOf" srcId="{8DE9C5C1-E6DB-419A-AB4F-7CCBFDA74B63}" destId="{7F7F16EE-C5A9-48A0-AAFA-EF529982A550}" srcOrd="0" destOrd="0" presId="urn:microsoft.com/office/officeart/2005/8/layout/chevron2"/>
    <dgm:cxn modelId="{98CF471B-F9B8-408A-AAB6-F10739490268}" type="presOf" srcId="{929A867E-D471-463C-8F20-3FEB816A00B3}" destId="{B055F55C-5F48-4F58-96F8-592F504AC416}" srcOrd="0" destOrd="0" presId="urn:microsoft.com/office/officeart/2005/8/layout/chevron2"/>
    <dgm:cxn modelId="{2222EB17-C1DD-4F52-BB1B-84C4E22030DF}" srcId="{A49B944C-53BB-4797-AFA2-CBD94B994D2F}" destId="{1DE9B741-7DA5-44E0-9639-BF0504454E99}" srcOrd="0" destOrd="0" parTransId="{D816C3C8-D706-4CA1-9491-04E195FEFF35}" sibTransId="{FB80E3F4-C7C8-4CD0-B919-A2F598479C1B}"/>
    <dgm:cxn modelId="{1E8DE8F5-3EDB-41B5-86FB-31FC67AFFC8A}" srcId="{A49B944C-53BB-4797-AFA2-CBD94B994D2F}" destId="{37610CEE-AC85-4D62-ACD4-2D38BB5D5D6F}" srcOrd="3" destOrd="0" parTransId="{042C743A-6060-40A3-A2B8-8071412DBE82}" sibTransId="{B63CB35D-18ED-4E53-970F-09ABF5579A06}"/>
    <dgm:cxn modelId="{3DAEFFEB-7230-4C3A-A9AC-03EE1487ED88}" srcId="{A49B944C-53BB-4797-AFA2-CBD94B994D2F}" destId="{BC8FCB26-46FB-4C33-9431-B76CBBD11AED}" srcOrd="2" destOrd="0" parTransId="{81451B8F-D725-40FC-A1FF-F40E06D8B925}" sibTransId="{86AA183D-5CE1-4A02-B6D9-3EA27ECBCCCC}"/>
    <dgm:cxn modelId="{348BD5DD-62FC-4E17-BC0F-6F57C302EF62}" type="presOf" srcId="{3C0B3D5C-05A1-47D6-8986-B128247D01C7}" destId="{D35DC872-A93D-42D8-9F93-95D90F28F1B1}" srcOrd="0" destOrd="0" presId="urn:microsoft.com/office/officeart/2005/8/layout/chevron2"/>
    <dgm:cxn modelId="{18C23818-84EB-4EFA-B4E0-7FA24AADF05C}" srcId="{A49B944C-53BB-4797-AFA2-CBD94B994D2F}" destId="{8DE9C5C1-E6DB-419A-AB4F-7CCBFDA74B63}" srcOrd="1" destOrd="0" parTransId="{5E3146F2-AE58-47DD-AA48-CF28F5D532CD}" sibTransId="{8B210BD4-E826-481A-9CA9-3702000DD451}"/>
    <dgm:cxn modelId="{137EA632-DE74-4D4C-8199-480783C69609}" srcId="{1DE9B741-7DA5-44E0-9639-BF0504454E99}" destId="{53E03604-9BE8-4771-95F8-F6EB2CFEE3C7}" srcOrd="0" destOrd="0" parTransId="{0F7B2D93-34CA-402A-951E-ACD677FD1E86}" sibTransId="{037637CB-ED41-414E-BA74-0195A8127183}"/>
    <dgm:cxn modelId="{5DFD9FD2-3D55-4369-9FC7-893C9F647772}" type="presOf" srcId="{1DE9B741-7DA5-44E0-9639-BF0504454E99}" destId="{0D4D95FB-F447-464A-91CE-930B4E765A96}" srcOrd="0" destOrd="0" presId="urn:microsoft.com/office/officeart/2005/8/layout/chevron2"/>
    <dgm:cxn modelId="{0E4CEB0B-85E1-40B1-9FAE-0D36E4A0AF93}" srcId="{8DE9C5C1-E6DB-419A-AB4F-7CCBFDA74B63}" destId="{E1DEB0BC-C113-45B5-9A22-1F701EA26240}" srcOrd="0" destOrd="0" parTransId="{F665C91F-1F36-4DFA-AC94-C5F137BA4EDB}" sibTransId="{35646DAA-39F0-409B-8737-DEA9B5B15B41}"/>
    <dgm:cxn modelId="{FA6975AC-FB4E-4E72-8AB1-60B0C56FBE61}" type="presOf" srcId="{E1DEB0BC-C113-45B5-9A22-1F701EA26240}" destId="{95B4EAE0-69C9-4C28-BF63-C1370BD2C815}" srcOrd="0" destOrd="0" presId="urn:microsoft.com/office/officeart/2005/8/layout/chevron2"/>
    <dgm:cxn modelId="{2E0A22F7-2E5A-4779-90A5-ED7D48CE18E7}" type="presParOf" srcId="{6531FDB7-582E-4F16-B7DE-81CDA3638514}" destId="{2EA46493-2CEE-44C0-BA62-23F012B22911}" srcOrd="0" destOrd="0" presId="urn:microsoft.com/office/officeart/2005/8/layout/chevron2"/>
    <dgm:cxn modelId="{DD4148CE-25B3-4185-AA55-6ABBB4AA3873}" type="presParOf" srcId="{2EA46493-2CEE-44C0-BA62-23F012B22911}" destId="{0D4D95FB-F447-464A-91CE-930B4E765A96}" srcOrd="0" destOrd="0" presId="urn:microsoft.com/office/officeart/2005/8/layout/chevron2"/>
    <dgm:cxn modelId="{E4138C5B-537F-4682-8196-C3612FA0CAFB}" type="presParOf" srcId="{2EA46493-2CEE-44C0-BA62-23F012B22911}" destId="{66D97BD2-4668-4166-B6A3-D4EB4BE37EBE}" srcOrd="1" destOrd="0" presId="urn:microsoft.com/office/officeart/2005/8/layout/chevron2"/>
    <dgm:cxn modelId="{A26150B8-7AC8-4467-A0F7-B2D82A4008D1}" type="presParOf" srcId="{6531FDB7-582E-4F16-B7DE-81CDA3638514}" destId="{848292E6-156C-4604-B260-F6438AFCCFA5}" srcOrd="1" destOrd="0" presId="urn:microsoft.com/office/officeart/2005/8/layout/chevron2"/>
    <dgm:cxn modelId="{C325C710-AFD5-4D77-8541-0DEE4BE49AF5}" type="presParOf" srcId="{6531FDB7-582E-4F16-B7DE-81CDA3638514}" destId="{A163F789-6B47-4758-B5CB-E38F21B37488}" srcOrd="2" destOrd="0" presId="urn:microsoft.com/office/officeart/2005/8/layout/chevron2"/>
    <dgm:cxn modelId="{43A79E17-72C9-4655-80ED-FEEA37BD99B9}" type="presParOf" srcId="{A163F789-6B47-4758-B5CB-E38F21B37488}" destId="{7F7F16EE-C5A9-48A0-AAFA-EF529982A550}" srcOrd="0" destOrd="0" presId="urn:microsoft.com/office/officeart/2005/8/layout/chevron2"/>
    <dgm:cxn modelId="{DC30F2F3-9507-4ED0-A0F6-A688EDC457CD}" type="presParOf" srcId="{A163F789-6B47-4758-B5CB-E38F21B37488}" destId="{95B4EAE0-69C9-4C28-BF63-C1370BD2C815}" srcOrd="1" destOrd="0" presId="urn:microsoft.com/office/officeart/2005/8/layout/chevron2"/>
    <dgm:cxn modelId="{7D313857-7B5D-4BB0-8F83-BFB7B0FC5A87}" type="presParOf" srcId="{6531FDB7-582E-4F16-B7DE-81CDA3638514}" destId="{EDC90395-D6DC-40DE-B051-D9B6ADB4F6B8}" srcOrd="3" destOrd="0" presId="urn:microsoft.com/office/officeart/2005/8/layout/chevron2"/>
    <dgm:cxn modelId="{7B3A464E-6067-4DC3-AF79-BA9AA4EB9C1C}" type="presParOf" srcId="{6531FDB7-582E-4F16-B7DE-81CDA3638514}" destId="{66FFF148-2195-47F1-B636-72DB278DB1E2}" srcOrd="4" destOrd="0" presId="urn:microsoft.com/office/officeart/2005/8/layout/chevron2"/>
    <dgm:cxn modelId="{B9707E01-6BDC-49F0-80FC-6C2E35FB4BA3}" type="presParOf" srcId="{66FFF148-2195-47F1-B636-72DB278DB1E2}" destId="{D7F14044-DF51-44D1-BBB6-66E2B25A73BE}" srcOrd="0" destOrd="0" presId="urn:microsoft.com/office/officeart/2005/8/layout/chevron2"/>
    <dgm:cxn modelId="{B8013CBC-A288-4DA0-99CD-DC2A2A7DCE08}" type="presParOf" srcId="{66FFF148-2195-47F1-B636-72DB278DB1E2}" destId="{D35DC872-A93D-42D8-9F93-95D90F28F1B1}" srcOrd="1" destOrd="0" presId="urn:microsoft.com/office/officeart/2005/8/layout/chevron2"/>
    <dgm:cxn modelId="{88D73634-3D91-4B6C-8A7A-4859685C131B}" type="presParOf" srcId="{6531FDB7-582E-4F16-B7DE-81CDA3638514}" destId="{6B3FF5D4-EB62-4A28-AD24-EEA6585FC6EA}" srcOrd="5" destOrd="0" presId="urn:microsoft.com/office/officeart/2005/8/layout/chevron2"/>
    <dgm:cxn modelId="{58E3A846-93B8-498E-9714-A923108AE470}" type="presParOf" srcId="{6531FDB7-582E-4F16-B7DE-81CDA3638514}" destId="{21FF0B59-0F91-4497-A71E-3A0F0B22AE93}" srcOrd="6" destOrd="0" presId="urn:microsoft.com/office/officeart/2005/8/layout/chevron2"/>
    <dgm:cxn modelId="{47AEA871-50A0-485E-AC4D-0F2689865897}" type="presParOf" srcId="{21FF0B59-0F91-4497-A71E-3A0F0B22AE93}" destId="{46C5815B-DCB5-4948-B77E-62BECD98B080}" srcOrd="0" destOrd="0" presId="urn:microsoft.com/office/officeart/2005/8/layout/chevron2"/>
    <dgm:cxn modelId="{9B7D1479-A66C-4849-A576-6BB397163136}" type="presParOf" srcId="{21FF0B59-0F91-4497-A71E-3A0F0B22AE93}" destId="{B055F55C-5F48-4F58-96F8-592F504AC416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49B944C-53BB-4797-AFA2-CBD94B994D2F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DE9B741-7DA5-44E0-9639-BF0504454E99}">
      <dgm:prSet phldrT="[Text]"/>
      <dgm:spPr/>
      <dgm:t>
        <a:bodyPr/>
        <a:lstStyle/>
        <a:p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O1</a:t>
          </a:r>
          <a:endParaRPr lang="vi-VN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816C3C8-D706-4CA1-9491-04E195FEFF35}" type="parTrans" cxnId="{2222EB17-C1DD-4F52-BB1B-84C4E22030DF}">
      <dgm:prSet/>
      <dgm:spPr/>
      <dgm:t>
        <a:bodyPr/>
        <a:lstStyle/>
        <a:p>
          <a:endParaRPr lang="en-US"/>
        </a:p>
      </dgm:t>
    </dgm:pt>
    <dgm:pt modelId="{FB80E3F4-C7C8-4CD0-B919-A2F598479C1B}" type="sibTrans" cxnId="{2222EB17-C1DD-4F52-BB1B-84C4E22030DF}">
      <dgm:prSet/>
      <dgm:spPr/>
      <dgm:t>
        <a:bodyPr/>
        <a:lstStyle/>
        <a:p>
          <a:endParaRPr lang="en-US"/>
        </a:p>
      </dgm:t>
    </dgm:pt>
    <dgm:pt modelId="{53E03604-9BE8-4771-95F8-F6EB2CFEE3C7}">
      <dgm:prSet phldrT="[Text]"/>
      <dgm:spPr/>
      <dgm:t>
        <a:bodyPr/>
        <a:lstStyle/>
        <a:p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Xu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hướng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toàn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cầu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hóa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và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hội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nhập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kinh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tế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quốc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tế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ngày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càng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được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tăng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cường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. </a:t>
          </a:r>
          <a:endParaRPr lang="vi-VN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F7B2D93-34CA-402A-951E-ACD677FD1E86}" type="parTrans" cxnId="{137EA632-DE74-4D4C-8199-480783C69609}">
      <dgm:prSet/>
      <dgm:spPr/>
      <dgm:t>
        <a:bodyPr/>
        <a:lstStyle/>
        <a:p>
          <a:endParaRPr lang="en-US"/>
        </a:p>
      </dgm:t>
    </dgm:pt>
    <dgm:pt modelId="{037637CB-ED41-414E-BA74-0195A8127183}" type="sibTrans" cxnId="{137EA632-DE74-4D4C-8199-480783C69609}">
      <dgm:prSet/>
      <dgm:spPr/>
      <dgm:t>
        <a:bodyPr/>
        <a:lstStyle/>
        <a:p>
          <a:endParaRPr lang="en-US"/>
        </a:p>
      </dgm:t>
    </dgm:pt>
    <dgm:pt modelId="{8DE9C5C1-E6DB-419A-AB4F-7CCBFDA74B63}">
      <dgm:prSet phldrT="[Text]"/>
      <dgm:spPr/>
      <dgm:t>
        <a:bodyPr/>
        <a:lstStyle/>
        <a:p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O2</a:t>
          </a:r>
          <a:endParaRPr lang="vi-VN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E3146F2-AE58-47DD-AA48-CF28F5D532CD}" type="parTrans" cxnId="{18C23818-84EB-4EFA-B4E0-7FA24AADF05C}">
      <dgm:prSet/>
      <dgm:spPr/>
      <dgm:t>
        <a:bodyPr/>
        <a:lstStyle/>
        <a:p>
          <a:endParaRPr lang="en-US"/>
        </a:p>
      </dgm:t>
    </dgm:pt>
    <dgm:pt modelId="{8B210BD4-E826-481A-9CA9-3702000DD451}" type="sibTrans" cxnId="{18C23818-84EB-4EFA-B4E0-7FA24AADF05C}">
      <dgm:prSet/>
      <dgm:spPr/>
      <dgm:t>
        <a:bodyPr/>
        <a:lstStyle/>
        <a:p>
          <a:endParaRPr lang="en-US"/>
        </a:p>
      </dgm:t>
    </dgm:pt>
    <dgm:pt modelId="{E1DEB0BC-C113-45B5-9A22-1F701EA26240}">
      <dgm:prSet phldrT="[Text]"/>
      <dgm:spPr/>
      <dgm:t>
        <a:bodyPr/>
        <a:lstStyle/>
        <a:p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Ngày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nay,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Hà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Nội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là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địa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điểm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giao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lưu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lớn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nhất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của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Việt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Nam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và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các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nước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trên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thế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giới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vi-VN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665C91F-1F36-4DFA-AC94-C5F137BA4EDB}" type="parTrans" cxnId="{0E4CEB0B-85E1-40B1-9FAE-0D36E4A0AF93}">
      <dgm:prSet/>
      <dgm:spPr/>
      <dgm:t>
        <a:bodyPr/>
        <a:lstStyle/>
        <a:p>
          <a:endParaRPr lang="en-US"/>
        </a:p>
      </dgm:t>
    </dgm:pt>
    <dgm:pt modelId="{35646DAA-39F0-409B-8737-DEA9B5B15B41}" type="sibTrans" cxnId="{0E4CEB0B-85E1-40B1-9FAE-0D36E4A0AF93}">
      <dgm:prSet/>
      <dgm:spPr/>
      <dgm:t>
        <a:bodyPr/>
        <a:lstStyle/>
        <a:p>
          <a:endParaRPr lang="en-US"/>
        </a:p>
      </dgm:t>
    </dgm:pt>
    <dgm:pt modelId="{BC8FCB26-46FB-4C33-9431-B76CBBD11AED}">
      <dgm:prSet phldrT="[Text]"/>
      <dgm:spPr/>
      <dgm:t>
        <a:bodyPr/>
        <a:lstStyle/>
        <a:p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O3</a:t>
          </a:r>
          <a:endParaRPr lang="vi-VN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1451B8F-D725-40FC-A1FF-F40E06D8B925}" type="parTrans" cxnId="{3DAEFFEB-7230-4C3A-A9AC-03EE1487ED88}">
      <dgm:prSet/>
      <dgm:spPr/>
      <dgm:t>
        <a:bodyPr/>
        <a:lstStyle/>
        <a:p>
          <a:endParaRPr lang="en-US"/>
        </a:p>
      </dgm:t>
    </dgm:pt>
    <dgm:pt modelId="{86AA183D-5CE1-4A02-B6D9-3EA27ECBCCCC}" type="sibTrans" cxnId="{3DAEFFEB-7230-4C3A-A9AC-03EE1487ED88}">
      <dgm:prSet/>
      <dgm:spPr/>
      <dgm:t>
        <a:bodyPr/>
        <a:lstStyle/>
        <a:p>
          <a:endParaRPr lang="en-US"/>
        </a:p>
      </dgm:t>
    </dgm:pt>
    <dgm:pt modelId="{929A867E-D471-463C-8F20-3FEB816A00B3}">
      <dgm:prSet phldrT="[Text]"/>
      <dgm:spPr/>
      <dgm:t>
        <a:bodyPr/>
        <a:lstStyle/>
        <a:p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Bộ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văn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hóa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thể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thao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và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du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lịch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Hà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Nội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tổ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chức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rất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nhiều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kế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hoạch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nhằm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mục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đích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kích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cầu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du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lịch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tại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Hà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Nội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vi-VN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5C994C4-2843-40E7-A507-368987A92B4F}" type="parTrans" cxnId="{9752240B-8D5B-4B3A-979B-B021B38CA64C}">
      <dgm:prSet/>
      <dgm:spPr/>
      <dgm:t>
        <a:bodyPr/>
        <a:lstStyle/>
        <a:p>
          <a:endParaRPr lang="en-US"/>
        </a:p>
      </dgm:t>
    </dgm:pt>
    <dgm:pt modelId="{042ADFB3-C1E4-4F3B-942B-14510F342CCD}" type="sibTrans" cxnId="{9752240B-8D5B-4B3A-979B-B021B38CA64C}">
      <dgm:prSet/>
      <dgm:spPr/>
      <dgm:t>
        <a:bodyPr/>
        <a:lstStyle/>
        <a:p>
          <a:endParaRPr lang="en-US"/>
        </a:p>
      </dgm:t>
    </dgm:pt>
    <dgm:pt modelId="{37610CEE-AC85-4D62-ACD4-2D38BB5D5D6F}">
      <dgm:prSet phldrT="[Text]"/>
      <dgm:spPr/>
      <dgm:t>
        <a:bodyPr/>
        <a:lstStyle/>
        <a:p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O4</a:t>
          </a:r>
          <a:endParaRPr lang="vi-VN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42C743A-6060-40A3-A2B8-8071412DBE82}" type="parTrans" cxnId="{1E8DE8F5-3EDB-41B5-86FB-31FC67AFFC8A}">
      <dgm:prSet/>
      <dgm:spPr/>
      <dgm:t>
        <a:bodyPr/>
        <a:lstStyle/>
        <a:p>
          <a:endParaRPr lang="en-US"/>
        </a:p>
      </dgm:t>
    </dgm:pt>
    <dgm:pt modelId="{B63CB35D-18ED-4E53-970F-09ABF5579A06}" type="sibTrans" cxnId="{1E8DE8F5-3EDB-41B5-86FB-31FC67AFFC8A}">
      <dgm:prSet/>
      <dgm:spPr/>
      <dgm:t>
        <a:bodyPr/>
        <a:lstStyle/>
        <a:p>
          <a:endParaRPr lang="en-US"/>
        </a:p>
      </dgm:t>
    </dgm:pt>
    <dgm:pt modelId="{3C0B3D5C-05A1-47D6-8986-B128247D01C7}">
      <dgm:prSet/>
      <dgm:spPr/>
      <dgm:t>
        <a:bodyPr/>
        <a:lstStyle/>
        <a:p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Là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một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trong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những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điểm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tập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trung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nhiều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khách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du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lịch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nhất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cả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nước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vi-VN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B2E0E5C-5C92-4F96-A872-82FE82CAD782}" type="parTrans" cxnId="{7691C073-2383-453C-8257-98ACB5AB153D}">
      <dgm:prSet/>
      <dgm:spPr/>
      <dgm:t>
        <a:bodyPr/>
        <a:lstStyle/>
        <a:p>
          <a:endParaRPr lang="en-US"/>
        </a:p>
      </dgm:t>
    </dgm:pt>
    <dgm:pt modelId="{B82F4217-2DBC-417D-AD05-4C0536BB843B}" type="sibTrans" cxnId="{7691C073-2383-453C-8257-98ACB5AB153D}">
      <dgm:prSet/>
      <dgm:spPr/>
      <dgm:t>
        <a:bodyPr/>
        <a:lstStyle/>
        <a:p>
          <a:endParaRPr lang="en-US"/>
        </a:p>
      </dgm:t>
    </dgm:pt>
    <dgm:pt modelId="{6531FDB7-582E-4F16-B7DE-81CDA3638514}" type="pres">
      <dgm:prSet presAssocID="{A49B944C-53BB-4797-AFA2-CBD94B994D2F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EA46493-2CEE-44C0-BA62-23F012B22911}" type="pres">
      <dgm:prSet presAssocID="{1DE9B741-7DA5-44E0-9639-BF0504454E99}" presName="composite" presStyleCnt="0"/>
      <dgm:spPr/>
    </dgm:pt>
    <dgm:pt modelId="{0D4D95FB-F447-464A-91CE-930B4E765A96}" type="pres">
      <dgm:prSet presAssocID="{1DE9B741-7DA5-44E0-9639-BF0504454E99}" presName="parentText" presStyleLbl="align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6D97BD2-4668-4166-B6A3-D4EB4BE37EBE}" type="pres">
      <dgm:prSet presAssocID="{1DE9B741-7DA5-44E0-9639-BF0504454E99}" presName="descendantText" presStyleLbl="alignAcc1" presStyleIdx="0" presStyleCnt="4" custLinFactY="-14292" custLinFactNeighborX="17890" custLinFactNeighborY="-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48292E6-156C-4604-B260-F6438AFCCFA5}" type="pres">
      <dgm:prSet presAssocID="{FB80E3F4-C7C8-4CD0-B919-A2F598479C1B}" presName="sp" presStyleCnt="0"/>
      <dgm:spPr/>
    </dgm:pt>
    <dgm:pt modelId="{A163F789-6B47-4758-B5CB-E38F21B37488}" type="pres">
      <dgm:prSet presAssocID="{8DE9C5C1-E6DB-419A-AB4F-7CCBFDA74B63}" presName="composite" presStyleCnt="0"/>
      <dgm:spPr/>
    </dgm:pt>
    <dgm:pt modelId="{7F7F16EE-C5A9-48A0-AAFA-EF529982A550}" type="pres">
      <dgm:prSet presAssocID="{8DE9C5C1-E6DB-419A-AB4F-7CCBFDA74B63}" presName="parentText" presStyleLbl="align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5B4EAE0-69C9-4C28-BF63-C1370BD2C815}" type="pres">
      <dgm:prSet presAssocID="{8DE9C5C1-E6DB-419A-AB4F-7CCBFDA74B63}" presName="descendantText" presStyleLbl="alignAcc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DC90395-D6DC-40DE-B051-D9B6ADB4F6B8}" type="pres">
      <dgm:prSet presAssocID="{8B210BD4-E826-481A-9CA9-3702000DD451}" presName="sp" presStyleCnt="0"/>
      <dgm:spPr/>
    </dgm:pt>
    <dgm:pt modelId="{66FFF148-2195-47F1-B636-72DB278DB1E2}" type="pres">
      <dgm:prSet presAssocID="{BC8FCB26-46FB-4C33-9431-B76CBBD11AED}" presName="composite" presStyleCnt="0"/>
      <dgm:spPr/>
    </dgm:pt>
    <dgm:pt modelId="{D7F14044-DF51-44D1-BBB6-66E2B25A73BE}" type="pres">
      <dgm:prSet presAssocID="{BC8FCB26-46FB-4C33-9431-B76CBBD11AED}" presName="parentText" presStyleLbl="align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35DC872-A93D-42D8-9F93-95D90F28F1B1}" type="pres">
      <dgm:prSet presAssocID="{BC8FCB26-46FB-4C33-9431-B76CBBD11AED}" presName="descendantText" presStyleLbl="alignAcc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B3FF5D4-EB62-4A28-AD24-EEA6585FC6EA}" type="pres">
      <dgm:prSet presAssocID="{86AA183D-5CE1-4A02-B6D9-3EA27ECBCCCC}" presName="sp" presStyleCnt="0"/>
      <dgm:spPr/>
    </dgm:pt>
    <dgm:pt modelId="{21FF0B59-0F91-4497-A71E-3A0F0B22AE93}" type="pres">
      <dgm:prSet presAssocID="{37610CEE-AC85-4D62-ACD4-2D38BB5D5D6F}" presName="composite" presStyleCnt="0"/>
      <dgm:spPr/>
    </dgm:pt>
    <dgm:pt modelId="{46C5815B-DCB5-4948-B77E-62BECD98B080}" type="pres">
      <dgm:prSet presAssocID="{37610CEE-AC85-4D62-ACD4-2D38BB5D5D6F}" presName="parentText" presStyleLbl="align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055F55C-5F48-4F58-96F8-592F504AC416}" type="pres">
      <dgm:prSet presAssocID="{37610CEE-AC85-4D62-ACD4-2D38BB5D5D6F}" presName="descendantText" presStyleLbl="alignAcc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68E3006-303E-4701-9AA5-6EC67EF4D5FD}" type="presOf" srcId="{53E03604-9BE8-4771-95F8-F6EB2CFEE3C7}" destId="{66D97BD2-4668-4166-B6A3-D4EB4BE37EBE}" srcOrd="0" destOrd="0" presId="urn:microsoft.com/office/officeart/2005/8/layout/chevron2"/>
    <dgm:cxn modelId="{B0EB31B7-EB2A-4707-BEF6-8281BB8FA9B1}" type="presOf" srcId="{37610CEE-AC85-4D62-ACD4-2D38BB5D5D6F}" destId="{46C5815B-DCB5-4948-B77E-62BECD98B080}" srcOrd="0" destOrd="0" presId="urn:microsoft.com/office/officeart/2005/8/layout/chevron2"/>
    <dgm:cxn modelId="{9752240B-8D5B-4B3A-979B-B021B38CA64C}" srcId="{37610CEE-AC85-4D62-ACD4-2D38BB5D5D6F}" destId="{929A867E-D471-463C-8F20-3FEB816A00B3}" srcOrd="0" destOrd="0" parTransId="{E5C994C4-2843-40E7-A507-368987A92B4F}" sibTransId="{042ADFB3-C1E4-4F3B-942B-14510F342CCD}"/>
    <dgm:cxn modelId="{B1FB707D-7BA3-48B5-99D4-45C21E80EA62}" type="presOf" srcId="{BC8FCB26-46FB-4C33-9431-B76CBBD11AED}" destId="{D7F14044-DF51-44D1-BBB6-66E2B25A73BE}" srcOrd="0" destOrd="0" presId="urn:microsoft.com/office/officeart/2005/8/layout/chevron2"/>
    <dgm:cxn modelId="{747D9630-1B25-4C9F-A0AD-533061CE1961}" type="presOf" srcId="{A49B944C-53BB-4797-AFA2-CBD94B994D2F}" destId="{6531FDB7-582E-4F16-B7DE-81CDA3638514}" srcOrd="0" destOrd="0" presId="urn:microsoft.com/office/officeart/2005/8/layout/chevron2"/>
    <dgm:cxn modelId="{7691C073-2383-453C-8257-98ACB5AB153D}" srcId="{BC8FCB26-46FB-4C33-9431-B76CBBD11AED}" destId="{3C0B3D5C-05A1-47D6-8986-B128247D01C7}" srcOrd="0" destOrd="0" parTransId="{DB2E0E5C-5C92-4F96-A872-82FE82CAD782}" sibTransId="{B82F4217-2DBC-417D-AD05-4C0536BB843B}"/>
    <dgm:cxn modelId="{7591E2DB-2808-493D-BEF7-512F54346F84}" type="presOf" srcId="{8DE9C5C1-E6DB-419A-AB4F-7CCBFDA74B63}" destId="{7F7F16EE-C5A9-48A0-AAFA-EF529982A550}" srcOrd="0" destOrd="0" presId="urn:microsoft.com/office/officeart/2005/8/layout/chevron2"/>
    <dgm:cxn modelId="{98CF471B-F9B8-408A-AAB6-F10739490268}" type="presOf" srcId="{929A867E-D471-463C-8F20-3FEB816A00B3}" destId="{B055F55C-5F48-4F58-96F8-592F504AC416}" srcOrd="0" destOrd="0" presId="urn:microsoft.com/office/officeart/2005/8/layout/chevron2"/>
    <dgm:cxn modelId="{2222EB17-C1DD-4F52-BB1B-84C4E22030DF}" srcId="{A49B944C-53BB-4797-AFA2-CBD94B994D2F}" destId="{1DE9B741-7DA5-44E0-9639-BF0504454E99}" srcOrd="0" destOrd="0" parTransId="{D816C3C8-D706-4CA1-9491-04E195FEFF35}" sibTransId="{FB80E3F4-C7C8-4CD0-B919-A2F598479C1B}"/>
    <dgm:cxn modelId="{1E8DE8F5-3EDB-41B5-86FB-31FC67AFFC8A}" srcId="{A49B944C-53BB-4797-AFA2-CBD94B994D2F}" destId="{37610CEE-AC85-4D62-ACD4-2D38BB5D5D6F}" srcOrd="3" destOrd="0" parTransId="{042C743A-6060-40A3-A2B8-8071412DBE82}" sibTransId="{B63CB35D-18ED-4E53-970F-09ABF5579A06}"/>
    <dgm:cxn modelId="{3DAEFFEB-7230-4C3A-A9AC-03EE1487ED88}" srcId="{A49B944C-53BB-4797-AFA2-CBD94B994D2F}" destId="{BC8FCB26-46FB-4C33-9431-B76CBBD11AED}" srcOrd="2" destOrd="0" parTransId="{81451B8F-D725-40FC-A1FF-F40E06D8B925}" sibTransId="{86AA183D-5CE1-4A02-B6D9-3EA27ECBCCCC}"/>
    <dgm:cxn modelId="{348BD5DD-62FC-4E17-BC0F-6F57C302EF62}" type="presOf" srcId="{3C0B3D5C-05A1-47D6-8986-B128247D01C7}" destId="{D35DC872-A93D-42D8-9F93-95D90F28F1B1}" srcOrd="0" destOrd="0" presId="urn:microsoft.com/office/officeart/2005/8/layout/chevron2"/>
    <dgm:cxn modelId="{18C23818-84EB-4EFA-B4E0-7FA24AADF05C}" srcId="{A49B944C-53BB-4797-AFA2-CBD94B994D2F}" destId="{8DE9C5C1-E6DB-419A-AB4F-7CCBFDA74B63}" srcOrd="1" destOrd="0" parTransId="{5E3146F2-AE58-47DD-AA48-CF28F5D532CD}" sibTransId="{8B210BD4-E826-481A-9CA9-3702000DD451}"/>
    <dgm:cxn modelId="{137EA632-DE74-4D4C-8199-480783C69609}" srcId="{1DE9B741-7DA5-44E0-9639-BF0504454E99}" destId="{53E03604-9BE8-4771-95F8-F6EB2CFEE3C7}" srcOrd="0" destOrd="0" parTransId="{0F7B2D93-34CA-402A-951E-ACD677FD1E86}" sibTransId="{037637CB-ED41-414E-BA74-0195A8127183}"/>
    <dgm:cxn modelId="{5DFD9FD2-3D55-4369-9FC7-893C9F647772}" type="presOf" srcId="{1DE9B741-7DA5-44E0-9639-BF0504454E99}" destId="{0D4D95FB-F447-464A-91CE-930B4E765A96}" srcOrd="0" destOrd="0" presId="urn:microsoft.com/office/officeart/2005/8/layout/chevron2"/>
    <dgm:cxn modelId="{0E4CEB0B-85E1-40B1-9FAE-0D36E4A0AF93}" srcId="{8DE9C5C1-E6DB-419A-AB4F-7CCBFDA74B63}" destId="{E1DEB0BC-C113-45B5-9A22-1F701EA26240}" srcOrd="0" destOrd="0" parTransId="{F665C91F-1F36-4DFA-AC94-C5F137BA4EDB}" sibTransId="{35646DAA-39F0-409B-8737-DEA9B5B15B41}"/>
    <dgm:cxn modelId="{FA6975AC-FB4E-4E72-8AB1-60B0C56FBE61}" type="presOf" srcId="{E1DEB0BC-C113-45B5-9A22-1F701EA26240}" destId="{95B4EAE0-69C9-4C28-BF63-C1370BD2C815}" srcOrd="0" destOrd="0" presId="urn:microsoft.com/office/officeart/2005/8/layout/chevron2"/>
    <dgm:cxn modelId="{2E0A22F7-2E5A-4779-90A5-ED7D48CE18E7}" type="presParOf" srcId="{6531FDB7-582E-4F16-B7DE-81CDA3638514}" destId="{2EA46493-2CEE-44C0-BA62-23F012B22911}" srcOrd="0" destOrd="0" presId="urn:microsoft.com/office/officeart/2005/8/layout/chevron2"/>
    <dgm:cxn modelId="{DD4148CE-25B3-4185-AA55-6ABBB4AA3873}" type="presParOf" srcId="{2EA46493-2CEE-44C0-BA62-23F012B22911}" destId="{0D4D95FB-F447-464A-91CE-930B4E765A96}" srcOrd="0" destOrd="0" presId="urn:microsoft.com/office/officeart/2005/8/layout/chevron2"/>
    <dgm:cxn modelId="{E4138C5B-537F-4682-8196-C3612FA0CAFB}" type="presParOf" srcId="{2EA46493-2CEE-44C0-BA62-23F012B22911}" destId="{66D97BD2-4668-4166-B6A3-D4EB4BE37EBE}" srcOrd="1" destOrd="0" presId="urn:microsoft.com/office/officeart/2005/8/layout/chevron2"/>
    <dgm:cxn modelId="{A26150B8-7AC8-4467-A0F7-B2D82A4008D1}" type="presParOf" srcId="{6531FDB7-582E-4F16-B7DE-81CDA3638514}" destId="{848292E6-156C-4604-B260-F6438AFCCFA5}" srcOrd="1" destOrd="0" presId="urn:microsoft.com/office/officeart/2005/8/layout/chevron2"/>
    <dgm:cxn modelId="{C325C710-AFD5-4D77-8541-0DEE4BE49AF5}" type="presParOf" srcId="{6531FDB7-582E-4F16-B7DE-81CDA3638514}" destId="{A163F789-6B47-4758-B5CB-E38F21B37488}" srcOrd="2" destOrd="0" presId="urn:microsoft.com/office/officeart/2005/8/layout/chevron2"/>
    <dgm:cxn modelId="{43A79E17-72C9-4655-80ED-FEEA37BD99B9}" type="presParOf" srcId="{A163F789-6B47-4758-B5CB-E38F21B37488}" destId="{7F7F16EE-C5A9-48A0-AAFA-EF529982A550}" srcOrd="0" destOrd="0" presId="urn:microsoft.com/office/officeart/2005/8/layout/chevron2"/>
    <dgm:cxn modelId="{DC30F2F3-9507-4ED0-A0F6-A688EDC457CD}" type="presParOf" srcId="{A163F789-6B47-4758-B5CB-E38F21B37488}" destId="{95B4EAE0-69C9-4C28-BF63-C1370BD2C815}" srcOrd="1" destOrd="0" presId="urn:microsoft.com/office/officeart/2005/8/layout/chevron2"/>
    <dgm:cxn modelId="{7D313857-7B5D-4BB0-8F83-BFB7B0FC5A87}" type="presParOf" srcId="{6531FDB7-582E-4F16-B7DE-81CDA3638514}" destId="{EDC90395-D6DC-40DE-B051-D9B6ADB4F6B8}" srcOrd="3" destOrd="0" presId="urn:microsoft.com/office/officeart/2005/8/layout/chevron2"/>
    <dgm:cxn modelId="{7B3A464E-6067-4DC3-AF79-BA9AA4EB9C1C}" type="presParOf" srcId="{6531FDB7-582E-4F16-B7DE-81CDA3638514}" destId="{66FFF148-2195-47F1-B636-72DB278DB1E2}" srcOrd="4" destOrd="0" presId="urn:microsoft.com/office/officeart/2005/8/layout/chevron2"/>
    <dgm:cxn modelId="{B9707E01-6BDC-49F0-80FC-6C2E35FB4BA3}" type="presParOf" srcId="{66FFF148-2195-47F1-B636-72DB278DB1E2}" destId="{D7F14044-DF51-44D1-BBB6-66E2B25A73BE}" srcOrd="0" destOrd="0" presId="urn:microsoft.com/office/officeart/2005/8/layout/chevron2"/>
    <dgm:cxn modelId="{B8013CBC-A288-4DA0-99CD-DC2A2A7DCE08}" type="presParOf" srcId="{66FFF148-2195-47F1-B636-72DB278DB1E2}" destId="{D35DC872-A93D-42D8-9F93-95D90F28F1B1}" srcOrd="1" destOrd="0" presId="urn:microsoft.com/office/officeart/2005/8/layout/chevron2"/>
    <dgm:cxn modelId="{88D73634-3D91-4B6C-8A7A-4859685C131B}" type="presParOf" srcId="{6531FDB7-582E-4F16-B7DE-81CDA3638514}" destId="{6B3FF5D4-EB62-4A28-AD24-EEA6585FC6EA}" srcOrd="5" destOrd="0" presId="urn:microsoft.com/office/officeart/2005/8/layout/chevron2"/>
    <dgm:cxn modelId="{58E3A846-93B8-498E-9714-A923108AE470}" type="presParOf" srcId="{6531FDB7-582E-4F16-B7DE-81CDA3638514}" destId="{21FF0B59-0F91-4497-A71E-3A0F0B22AE93}" srcOrd="6" destOrd="0" presId="urn:microsoft.com/office/officeart/2005/8/layout/chevron2"/>
    <dgm:cxn modelId="{47AEA871-50A0-485E-AC4D-0F2689865897}" type="presParOf" srcId="{21FF0B59-0F91-4497-A71E-3A0F0B22AE93}" destId="{46C5815B-DCB5-4948-B77E-62BECD98B080}" srcOrd="0" destOrd="0" presId="urn:microsoft.com/office/officeart/2005/8/layout/chevron2"/>
    <dgm:cxn modelId="{9B7D1479-A66C-4849-A576-6BB397163136}" type="presParOf" srcId="{21FF0B59-0F91-4497-A71E-3A0F0B22AE93}" destId="{B055F55C-5F48-4F58-96F8-592F504AC416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49B944C-53BB-4797-AFA2-CBD94B994D2F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DE9B741-7DA5-44E0-9639-BF0504454E99}">
      <dgm:prSet phldrT="[Text]"/>
      <dgm:spPr/>
      <dgm:t>
        <a:bodyPr/>
        <a:lstStyle/>
        <a:p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O5</a:t>
          </a:r>
          <a:endParaRPr lang="vi-VN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816C3C8-D706-4CA1-9491-04E195FEFF35}" type="parTrans" cxnId="{2222EB17-C1DD-4F52-BB1B-84C4E22030DF}">
      <dgm:prSet/>
      <dgm:spPr/>
      <dgm:t>
        <a:bodyPr/>
        <a:lstStyle/>
        <a:p>
          <a:endParaRPr lang="en-US"/>
        </a:p>
      </dgm:t>
    </dgm:pt>
    <dgm:pt modelId="{FB80E3F4-C7C8-4CD0-B919-A2F598479C1B}" type="sibTrans" cxnId="{2222EB17-C1DD-4F52-BB1B-84C4E22030DF}">
      <dgm:prSet/>
      <dgm:spPr/>
      <dgm:t>
        <a:bodyPr/>
        <a:lstStyle/>
        <a:p>
          <a:endParaRPr lang="en-US"/>
        </a:p>
      </dgm:t>
    </dgm:pt>
    <dgm:pt modelId="{53E03604-9BE8-4771-95F8-F6EB2CFEE3C7}">
      <dgm:prSet phldrT="[Text]"/>
      <dgm:spPr/>
      <dgm:t>
        <a:bodyPr/>
        <a:lstStyle/>
        <a:p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Thành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phố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Hà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Nội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là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nơi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tập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trung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nhiều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trung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tâm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vui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chơi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giải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trí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trung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tâm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thương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mại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đáp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ứng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đầy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đủ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nhu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cầu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của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khách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hàng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vi-VN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F7B2D93-34CA-402A-951E-ACD677FD1E86}" type="parTrans" cxnId="{137EA632-DE74-4D4C-8199-480783C69609}">
      <dgm:prSet/>
      <dgm:spPr/>
      <dgm:t>
        <a:bodyPr/>
        <a:lstStyle/>
        <a:p>
          <a:endParaRPr lang="en-US"/>
        </a:p>
      </dgm:t>
    </dgm:pt>
    <dgm:pt modelId="{037637CB-ED41-414E-BA74-0195A8127183}" type="sibTrans" cxnId="{137EA632-DE74-4D4C-8199-480783C69609}">
      <dgm:prSet/>
      <dgm:spPr/>
      <dgm:t>
        <a:bodyPr/>
        <a:lstStyle/>
        <a:p>
          <a:endParaRPr lang="en-US"/>
        </a:p>
      </dgm:t>
    </dgm:pt>
    <dgm:pt modelId="{8DE9C5C1-E6DB-419A-AB4F-7CCBFDA74B63}">
      <dgm:prSet phldrT="[Text]"/>
      <dgm:spPr/>
      <dgm:t>
        <a:bodyPr/>
        <a:lstStyle/>
        <a:p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O6</a:t>
          </a:r>
          <a:endParaRPr lang="vi-VN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E3146F2-AE58-47DD-AA48-CF28F5D532CD}" type="parTrans" cxnId="{18C23818-84EB-4EFA-B4E0-7FA24AADF05C}">
      <dgm:prSet/>
      <dgm:spPr/>
      <dgm:t>
        <a:bodyPr/>
        <a:lstStyle/>
        <a:p>
          <a:endParaRPr lang="en-US"/>
        </a:p>
      </dgm:t>
    </dgm:pt>
    <dgm:pt modelId="{8B210BD4-E826-481A-9CA9-3702000DD451}" type="sibTrans" cxnId="{18C23818-84EB-4EFA-B4E0-7FA24AADF05C}">
      <dgm:prSet/>
      <dgm:spPr/>
      <dgm:t>
        <a:bodyPr/>
        <a:lstStyle/>
        <a:p>
          <a:endParaRPr lang="en-US"/>
        </a:p>
      </dgm:t>
    </dgm:pt>
    <dgm:pt modelId="{E1DEB0BC-C113-45B5-9A22-1F701EA26240}">
      <dgm:prSet phldrT="[Text]"/>
      <dgm:spPr/>
      <dgm:t>
        <a:bodyPr/>
        <a:lstStyle/>
        <a:p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Xu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hướng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toàn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cầu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hóa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và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hội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nhập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kinh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tế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ngày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càng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được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tăng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cường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vi-VN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665C91F-1F36-4DFA-AC94-C5F137BA4EDB}" type="parTrans" cxnId="{0E4CEB0B-85E1-40B1-9FAE-0D36E4A0AF93}">
      <dgm:prSet/>
      <dgm:spPr/>
      <dgm:t>
        <a:bodyPr/>
        <a:lstStyle/>
        <a:p>
          <a:endParaRPr lang="en-US"/>
        </a:p>
      </dgm:t>
    </dgm:pt>
    <dgm:pt modelId="{35646DAA-39F0-409B-8737-DEA9B5B15B41}" type="sibTrans" cxnId="{0E4CEB0B-85E1-40B1-9FAE-0D36E4A0AF93}">
      <dgm:prSet/>
      <dgm:spPr/>
      <dgm:t>
        <a:bodyPr/>
        <a:lstStyle/>
        <a:p>
          <a:endParaRPr lang="en-US"/>
        </a:p>
      </dgm:t>
    </dgm:pt>
    <dgm:pt modelId="{BC8FCB26-46FB-4C33-9431-B76CBBD11AED}">
      <dgm:prSet phldrT="[Text]"/>
      <dgm:spPr/>
      <dgm:t>
        <a:bodyPr/>
        <a:lstStyle/>
        <a:p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O7</a:t>
          </a:r>
          <a:endParaRPr lang="vi-VN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1451B8F-D725-40FC-A1FF-F40E06D8B925}" type="parTrans" cxnId="{3DAEFFEB-7230-4C3A-A9AC-03EE1487ED88}">
      <dgm:prSet/>
      <dgm:spPr/>
      <dgm:t>
        <a:bodyPr/>
        <a:lstStyle/>
        <a:p>
          <a:endParaRPr lang="en-US"/>
        </a:p>
      </dgm:t>
    </dgm:pt>
    <dgm:pt modelId="{86AA183D-5CE1-4A02-B6D9-3EA27ECBCCCC}" type="sibTrans" cxnId="{3DAEFFEB-7230-4C3A-A9AC-03EE1487ED88}">
      <dgm:prSet/>
      <dgm:spPr/>
      <dgm:t>
        <a:bodyPr/>
        <a:lstStyle/>
        <a:p>
          <a:endParaRPr lang="en-US"/>
        </a:p>
      </dgm:t>
    </dgm:pt>
    <dgm:pt modelId="{929A867E-D471-463C-8F20-3FEB816A00B3}">
      <dgm:prSet phldrT="[Text]"/>
      <dgm:spPr/>
      <dgm:t>
        <a:bodyPr/>
        <a:lstStyle/>
        <a:p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Điều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kiện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kinh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tế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và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đời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sống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vật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chất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của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con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người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ngày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càng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phát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triển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vi-VN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5C994C4-2843-40E7-A507-368987A92B4F}" type="parTrans" cxnId="{9752240B-8D5B-4B3A-979B-B021B38CA64C}">
      <dgm:prSet/>
      <dgm:spPr/>
      <dgm:t>
        <a:bodyPr/>
        <a:lstStyle/>
        <a:p>
          <a:endParaRPr lang="en-US"/>
        </a:p>
      </dgm:t>
    </dgm:pt>
    <dgm:pt modelId="{042ADFB3-C1E4-4F3B-942B-14510F342CCD}" type="sibTrans" cxnId="{9752240B-8D5B-4B3A-979B-B021B38CA64C}">
      <dgm:prSet/>
      <dgm:spPr/>
      <dgm:t>
        <a:bodyPr/>
        <a:lstStyle/>
        <a:p>
          <a:endParaRPr lang="en-US"/>
        </a:p>
      </dgm:t>
    </dgm:pt>
    <dgm:pt modelId="{37610CEE-AC85-4D62-ACD4-2D38BB5D5D6F}">
      <dgm:prSet phldrT="[Text]"/>
      <dgm:spPr/>
      <dgm:t>
        <a:bodyPr/>
        <a:lstStyle/>
        <a:p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O8</a:t>
          </a:r>
          <a:endParaRPr lang="vi-VN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42C743A-6060-40A3-A2B8-8071412DBE82}" type="parTrans" cxnId="{1E8DE8F5-3EDB-41B5-86FB-31FC67AFFC8A}">
      <dgm:prSet/>
      <dgm:spPr/>
      <dgm:t>
        <a:bodyPr/>
        <a:lstStyle/>
        <a:p>
          <a:endParaRPr lang="en-US"/>
        </a:p>
      </dgm:t>
    </dgm:pt>
    <dgm:pt modelId="{B63CB35D-18ED-4E53-970F-09ABF5579A06}" type="sibTrans" cxnId="{1E8DE8F5-3EDB-41B5-86FB-31FC67AFFC8A}">
      <dgm:prSet/>
      <dgm:spPr/>
      <dgm:t>
        <a:bodyPr/>
        <a:lstStyle/>
        <a:p>
          <a:endParaRPr lang="en-US"/>
        </a:p>
      </dgm:t>
    </dgm:pt>
    <dgm:pt modelId="{3C0B3D5C-05A1-47D6-8986-B128247D01C7}">
      <dgm:prSet/>
      <dgm:spPr/>
      <dgm:t>
        <a:bodyPr/>
        <a:lstStyle/>
        <a:p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Môi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trường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chính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trị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pháp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luật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xã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hội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ổn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định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, an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toàn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vi-VN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B2E0E5C-5C92-4F96-A872-82FE82CAD782}" type="parTrans" cxnId="{7691C073-2383-453C-8257-98ACB5AB153D}">
      <dgm:prSet/>
      <dgm:spPr/>
      <dgm:t>
        <a:bodyPr/>
        <a:lstStyle/>
        <a:p>
          <a:endParaRPr lang="en-US"/>
        </a:p>
      </dgm:t>
    </dgm:pt>
    <dgm:pt modelId="{B82F4217-2DBC-417D-AD05-4C0536BB843B}" type="sibTrans" cxnId="{7691C073-2383-453C-8257-98ACB5AB153D}">
      <dgm:prSet/>
      <dgm:spPr/>
      <dgm:t>
        <a:bodyPr/>
        <a:lstStyle/>
        <a:p>
          <a:endParaRPr lang="en-US"/>
        </a:p>
      </dgm:t>
    </dgm:pt>
    <dgm:pt modelId="{B126970C-334E-423D-AA71-C36B3104ADB5}">
      <dgm:prSet phldrT="[Text]"/>
      <dgm:spPr/>
      <dgm:t>
        <a:bodyPr/>
        <a:lstStyle/>
        <a:p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O9</a:t>
          </a:r>
          <a:endParaRPr lang="vi-VN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73EB72C-CFB8-4176-8F00-D8C96419E78C}" type="parTrans" cxnId="{1908AC6A-D4EB-4E77-A353-4B4E7D5BF8C1}">
      <dgm:prSet/>
      <dgm:spPr/>
      <dgm:t>
        <a:bodyPr/>
        <a:lstStyle/>
        <a:p>
          <a:endParaRPr lang="en-US"/>
        </a:p>
      </dgm:t>
    </dgm:pt>
    <dgm:pt modelId="{0CBEC93C-BA38-4972-A26C-0156EF2540CE}" type="sibTrans" cxnId="{1908AC6A-D4EB-4E77-A353-4B4E7D5BF8C1}">
      <dgm:prSet/>
      <dgm:spPr/>
      <dgm:t>
        <a:bodyPr/>
        <a:lstStyle/>
        <a:p>
          <a:endParaRPr lang="en-US"/>
        </a:p>
      </dgm:t>
    </dgm:pt>
    <dgm:pt modelId="{BAC10564-CCF1-4D19-92B0-F867EA9A3A9B}">
      <dgm:prSet/>
      <dgm:spPr/>
      <dgm:t>
        <a:bodyPr/>
        <a:lstStyle/>
        <a:p>
          <a:r>
            <a:rPr lang="en-US" noProof="0" smtClean="0">
              <a:latin typeface="Times New Roman" panose="02020603050405020304" pitchFamily="18" charset="0"/>
              <a:cs typeface="Times New Roman" panose="02020603050405020304" pitchFamily="18" charset="0"/>
            </a:rPr>
            <a:t>Hà Nội là nơi tập trung nhiều nguồn nhân lực trẻ.</a:t>
          </a:r>
          <a:endParaRPr lang="en-US"/>
        </a:p>
      </dgm:t>
    </dgm:pt>
    <dgm:pt modelId="{3A0EBD3B-DD4C-43BF-9BA1-A7F030953D1A}" type="parTrans" cxnId="{885E9C0C-34D3-4FA5-B149-80B6DA870A2E}">
      <dgm:prSet/>
      <dgm:spPr/>
      <dgm:t>
        <a:bodyPr/>
        <a:lstStyle/>
        <a:p>
          <a:endParaRPr lang="en-US"/>
        </a:p>
      </dgm:t>
    </dgm:pt>
    <dgm:pt modelId="{0FDEB5AE-E281-4406-849B-E9971F06073F}" type="sibTrans" cxnId="{885E9C0C-34D3-4FA5-B149-80B6DA870A2E}">
      <dgm:prSet/>
      <dgm:spPr/>
      <dgm:t>
        <a:bodyPr/>
        <a:lstStyle/>
        <a:p>
          <a:endParaRPr lang="en-US"/>
        </a:p>
      </dgm:t>
    </dgm:pt>
    <dgm:pt modelId="{6531FDB7-582E-4F16-B7DE-81CDA3638514}" type="pres">
      <dgm:prSet presAssocID="{A49B944C-53BB-4797-AFA2-CBD94B994D2F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EA46493-2CEE-44C0-BA62-23F012B22911}" type="pres">
      <dgm:prSet presAssocID="{1DE9B741-7DA5-44E0-9639-BF0504454E99}" presName="composite" presStyleCnt="0"/>
      <dgm:spPr/>
    </dgm:pt>
    <dgm:pt modelId="{0D4D95FB-F447-464A-91CE-930B4E765A96}" type="pres">
      <dgm:prSet presAssocID="{1DE9B741-7DA5-44E0-9639-BF0504454E99}" presName="parentText" presStyleLbl="alignNode1" presStyleIdx="0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6D97BD2-4668-4166-B6A3-D4EB4BE37EBE}" type="pres">
      <dgm:prSet presAssocID="{1DE9B741-7DA5-44E0-9639-BF0504454E99}" presName="descendantText" presStyleLbl="alignAcc1" presStyleIdx="0" presStyleCnt="5" custLinFactY="-14292" custLinFactNeighborX="17890" custLinFactNeighborY="-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48292E6-156C-4604-B260-F6438AFCCFA5}" type="pres">
      <dgm:prSet presAssocID="{FB80E3F4-C7C8-4CD0-B919-A2F598479C1B}" presName="sp" presStyleCnt="0"/>
      <dgm:spPr/>
    </dgm:pt>
    <dgm:pt modelId="{A163F789-6B47-4758-B5CB-E38F21B37488}" type="pres">
      <dgm:prSet presAssocID="{8DE9C5C1-E6DB-419A-AB4F-7CCBFDA74B63}" presName="composite" presStyleCnt="0"/>
      <dgm:spPr/>
    </dgm:pt>
    <dgm:pt modelId="{7F7F16EE-C5A9-48A0-AAFA-EF529982A550}" type="pres">
      <dgm:prSet presAssocID="{8DE9C5C1-E6DB-419A-AB4F-7CCBFDA74B63}" presName="parentText" presStyleLbl="alignNode1" presStyleIdx="1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5B4EAE0-69C9-4C28-BF63-C1370BD2C815}" type="pres">
      <dgm:prSet presAssocID="{8DE9C5C1-E6DB-419A-AB4F-7CCBFDA74B63}" presName="descendantText" presStyleLbl="alignAcc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DC90395-D6DC-40DE-B051-D9B6ADB4F6B8}" type="pres">
      <dgm:prSet presAssocID="{8B210BD4-E826-481A-9CA9-3702000DD451}" presName="sp" presStyleCnt="0"/>
      <dgm:spPr/>
    </dgm:pt>
    <dgm:pt modelId="{66FFF148-2195-47F1-B636-72DB278DB1E2}" type="pres">
      <dgm:prSet presAssocID="{BC8FCB26-46FB-4C33-9431-B76CBBD11AED}" presName="composite" presStyleCnt="0"/>
      <dgm:spPr/>
    </dgm:pt>
    <dgm:pt modelId="{D7F14044-DF51-44D1-BBB6-66E2B25A73BE}" type="pres">
      <dgm:prSet presAssocID="{BC8FCB26-46FB-4C33-9431-B76CBBD11AED}" presName="parentText" presStyleLbl="alignNode1" presStyleIdx="2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35DC872-A93D-42D8-9F93-95D90F28F1B1}" type="pres">
      <dgm:prSet presAssocID="{BC8FCB26-46FB-4C33-9431-B76CBBD11AED}" presName="descendantText" presStyleLbl="alignAcc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B3FF5D4-EB62-4A28-AD24-EEA6585FC6EA}" type="pres">
      <dgm:prSet presAssocID="{86AA183D-5CE1-4A02-B6D9-3EA27ECBCCCC}" presName="sp" presStyleCnt="0"/>
      <dgm:spPr/>
    </dgm:pt>
    <dgm:pt modelId="{21FF0B59-0F91-4497-A71E-3A0F0B22AE93}" type="pres">
      <dgm:prSet presAssocID="{37610CEE-AC85-4D62-ACD4-2D38BB5D5D6F}" presName="composite" presStyleCnt="0"/>
      <dgm:spPr/>
    </dgm:pt>
    <dgm:pt modelId="{46C5815B-DCB5-4948-B77E-62BECD98B080}" type="pres">
      <dgm:prSet presAssocID="{37610CEE-AC85-4D62-ACD4-2D38BB5D5D6F}" presName="parentText" presStyleLbl="alignNode1" presStyleIdx="3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055F55C-5F48-4F58-96F8-592F504AC416}" type="pres">
      <dgm:prSet presAssocID="{37610CEE-AC85-4D62-ACD4-2D38BB5D5D6F}" presName="descendantText" presStyleLbl="alignAcc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3FB48F2-062A-45F7-89C1-56C6A2B0C056}" type="pres">
      <dgm:prSet presAssocID="{B63CB35D-18ED-4E53-970F-09ABF5579A06}" presName="sp" presStyleCnt="0"/>
      <dgm:spPr/>
    </dgm:pt>
    <dgm:pt modelId="{8941BA18-21CC-48F0-A2BC-39C62F5219C8}" type="pres">
      <dgm:prSet presAssocID="{B126970C-334E-423D-AA71-C36B3104ADB5}" presName="composite" presStyleCnt="0"/>
      <dgm:spPr/>
    </dgm:pt>
    <dgm:pt modelId="{3710F188-165D-4D43-8D63-1D17C9D5CF65}" type="pres">
      <dgm:prSet presAssocID="{B126970C-334E-423D-AA71-C36B3104ADB5}" presName="parentText" presStyleLbl="alignNode1" presStyleIdx="4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52406E5-F9D9-42ED-B476-D57BFED7A846}" type="pres">
      <dgm:prSet presAssocID="{B126970C-334E-423D-AA71-C36B3104ADB5}" presName="descendantText" presStyleLbl="alignAcc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68E3006-303E-4701-9AA5-6EC67EF4D5FD}" type="presOf" srcId="{53E03604-9BE8-4771-95F8-F6EB2CFEE3C7}" destId="{66D97BD2-4668-4166-B6A3-D4EB4BE37EBE}" srcOrd="0" destOrd="0" presId="urn:microsoft.com/office/officeart/2005/8/layout/chevron2"/>
    <dgm:cxn modelId="{B0EB31B7-EB2A-4707-BEF6-8281BB8FA9B1}" type="presOf" srcId="{37610CEE-AC85-4D62-ACD4-2D38BB5D5D6F}" destId="{46C5815B-DCB5-4948-B77E-62BECD98B080}" srcOrd="0" destOrd="0" presId="urn:microsoft.com/office/officeart/2005/8/layout/chevron2"/>
    <dgm:cxn modelId="{9752240B-8D5B-4B3A-979B-B021B38CA64C}" srcId="{B126970C-334E-423D-AA71-C36B3104ADB5}" destId="{929A867E-D471-463C-8F20-3FEB816A00B3}" srcOrd="0" destOrd="0" parTransId="{E5C994C4-2843-40E7-A507-368987A92B4F}" sibTransId="{042ADFB3-C1E4-4F3B-942B-14510F342CCD}"/>
    <dgm:cxn modelId="{B1FB707D-7BA3-48B5-99D4-45C21E80EA62}" type="presOf" srcId="{BC8FCB26-46FB-4C33-9431-B76CBBD11AED}" destId="{D7F14044-DF51-44D1-BBB6-66E2B25A73BE}" srcOrd="0" destOrd="0" presId="urn:microsoft.com/office/officeart/2005/8/layout/chevron2"/>
    <dgm:cxn modelId="{747D9630-1B25-4C9F-A0AD-533061CE1961}" type="presOf" srcId="{A49B944C-53BB-4797-AFA2-CBD94B994D2F}" destId="{6531FDB7-582E-4F16-B7DE-81CDA3638514}" srcOrd="0" destOrd="0" presId="urn:microsoft.com/office/officeart/2005/8/layout/chevron2"/>
    <dgm:cxn modelId="{7691C073-2383-453C-8257-98ACB5AB153D}" srcId="{BC8FCB26-46FB-4C33-9431-B76CBBD11AED}" destId="{3C0B3D5C-05A1-47D6-8986-B128247D01C7}" srcOrd="0" destOrd="0" parTransId="{DB2E0E5C-5C92-4F96-A872-82FE82CAD782}" sibTransId="{B82F4217-2DBC-417D-AD05-4C0536BB843B}"/>
    <dgm:cxn modelId="{7591E2DB-2808-493D-BEF7-512F54346F84}" type="presOf" srcId="{8DE9C5C1-E6DB-419A-AB4F-7CCBFDA74B63}" destId="{7F7F16EE-C5A9-48A0-AAFA-EF529982A550}" srcOrd="0" destOrd="0" presId="urn:microsoft.com/office/officeart/2005/8/layout/chevron2"/>
    <dgm:cxn modelId="{2222EB17-C1DD-4F52-BB1B-84C4E22030DF}" srcId="{A49B944C-53BB-4797-AFA2-CBD94B994D2F}" destId="{1DE9B741-7DA5-44E0-9639-BF0504454E99}" srcOrd="0" destOrd="0" parTransId="{D816C3C8-D706-4CA1-9491-04E195FEFF35}" sibTransId="{FB80E3F4-C7C8-4CD0-B919-A2F598479C1B}"/>
    <dgm:cxn modelId="{1E8DE8F5-3EDB-41B5-86FB-31FC67AFFC8A}" srcId="{A49B944C-53BB-4797-AFA2-CBD94B994D2F}" destId="{37610CEE-AC85-4D62-ACD4-2D38BB5D5D6F}" srcOrd="3" destOrd="0" parTransId="{042C743A-6060-40A3-A2B8-8071412DBE82}" sibTransId="{B63CB35D-18ED-4E53-970F-09ABF5579A06}"/>
    <dgm:cxn modelId="{3DAEFFEB-7230-4C3A-A9AC-03EE1487ED88}" srcId="{A49B944C-53BB-4797-AFA2-CBD94B994D2F}" destId="{BC8FCB26-46FB-4C33-9431-B76CBBD11AED}" srcOrd="2" destOrd="0" parTransId="{81451B8F-D725-40FC-A1FF-F40E06D8B925}" sibTransId="{86AA183D-5CE1-4A02-B6D9-3EA27ECBCCCC}"/>
    <dgm:cxn modelId="{885E9C0C-34D3-4FA5-B149-80B6DA870A2E}" srcId="{37610CEE-AC85-4D62-ACD4-2D38BB5D5D6F}" destId="{BAC10564-CCF1-4D19-92B0-F867EA9A3A9B}" srcOrd="0" destOrd="0" parTransId="{3A0EBD3B-DD4C-43BF-9BA1-A7F030953D1A}" sibTransId="{0FDEB5AE-E281-4406-849B-E9971F06073F}"/>
    <dgm:cxn modelId="{E20F2FBA-5B2A-4218-A825-0B87972A3F35}" type="presOf" srcId="{BAC10564-CCF1-4D19-92B0-F867EA9A3A9B}" destId="{B055F55C-5F48-4F58-96F8-592F504AC416}" srcOrd="0" destOrd="0" presId="urn:microsoft.com/office/officeart/2005/8/layout/chevron2"/>
    <dgm:cxn modelId="{348BD5DD-62FC-4E17-BC0F-6F57C302EF62}" type="presOf" srcId="{3C0B3D5C-05A1-47D6-8986-B128247D01C7}" destId="{D35DC872-A93D-42D8-9F93-95D90F28F1B1}" srcOrd="0" destOrd="0" presId="urn:microsoft.com/office/officeart/2005/8/layout/chevron2"/>
    <dgm:cxn modelId="{18C23818-84EB-4EFA-B4E0-7FA24AADF05C}" srcId="{A49B944C-53BB-4797-AFA2-CBD94B994D2F}" destId="{8DE9C5C1-E6DB-419A-AB4F-7CCBFDA74B63}" srcOrd="1" destOrd="0" parTransId="{5E3146F2-AE58-47DD-AA48-CF28F5D532CD}" sibTransId="{8B210BD4-E826-481A-9CA9-3702000DD451}"/>
    <dgm:cxn modelId="{1908AC6A-D4EB-4E77-A353-4B4E7D5BF8C1}" srcId="{A49B944C-53BB-4797-AFA2-CBD94B994D2F}" destId="{B126970C-334E-423D-AA71-C36B3104ADB5}" srcOrd="4" destOrd="0" parTransId="{C73EB72C-CFB8-4176-8F00-D8C96419E78C}" sibTransId="{0CBEC93C-BA38-4972-A26C-0156EF2540CE}"/>
    <dgm:cxn modelId="{137EA632-DE74-4D4C-8199-480783C69609}" srcId="{1DE9B741-7DA5-44E0-9639-BF0504454E99}" destId="{53E03604-9BE8-4771-95F8-F6EB2CFEE3C7}" srcOrd="0" destOrd="0" parTransId="{0F7B2D93-34CA-402A-951E-ACD677FD1E86}" sibTransId="{037637CB-ED41-414E-BA74-0195A8127183}"/>
    <dgm:cxn modelId="{5DFD9FD2-3D55-4369-9FC7-893C9F647772}" type="presOf" srcId="{1DE9B741-7DA5-44E0-9639-BF0504454E99}" destId="{0D4D95FB-F447-464A-91CE-930B4E765A96}" srcOrd="0" destOrd="0" presId="urn:microsoft.com/office/officeart/2005/8/layout/chevron2"/>
    <dgm:cxn modelId="{98026F55-28F6-42C5-85F5-944259018909}" type="presOf" srcId="{B126970C-334E-423D-AA71-C36B3104ADB5}" destId="{3710F188-165D-4D43-8D63-1D17C9D5CF65}" srcOrd="0" destOrd="0" presId="urn:microsoft.com/office/officeart/2005/8/layout/chevron2"/>
    <dgm:cxn modelId="{95EE65D8-D504-465D-BDBD-FD00100CD090}" type="presOf" srcId="{929A867E-D471-463C-8F20-3FEB816A00B3}" destId="{D52406E5-F9D9-42ED-B476-D57BFED7A846}" srcOrd="0" destOrd="0" presId="urn:microsoft.com/office/officeart/2005/8/layout/chevron2"/>
    <dgm:cxn modelId="{0E4CEB0B-85E1-40B1-9FAE-0D36E4A0AF93}" srcId="{8DE9C5C1-E6DB-419A-AB4F-7CCBFDA74B63}" destId="{E1DEB0BC-C113-45B5-9A22-1F701EA26240}" srcOrd="0" destOrd="0" parTransId="{F665C91F-1F36-4DFA-AC94-C5F137BA4EDB}" sibTransId="{35646DAA-39F0-409B-8737-DEA9B5B15B41}"/>
    <dgm:cxn modelId="{FA6975AC-FB4E-4E72-8AB1-60B0C56FBE61}" type="presOf" srcId="{E1DEB0BC-C113-45B5-9A22-1F701EA26240}" destId="{95B4EAE0-69C9-4C28-BF63-C1370BD2C815}" srcOrd="0" destOrd="0" presId="urn:microsoft.com/office/officeart/2005/8/layout/chevron2"/>
    <dgm:cxn modelId="{2E0A22F7-2E5A-4779-90A5-ED7D48CE18E7}" type="presParOf" srcId="{6531FDB7-582E-4F16-B7DE-81CDA3638514}" destId="{2EA46493-2CEE-44C0-BA62-23F012B22911}" srcOrd="0" destOrd="0" presId="urn:microsoft.com/office/officeart/2005/8/layout/chevron2"/>
    <dgm:cxn modelId="{DD4148CE-25B3-4185-AA55-6ABBB4AA3873}" type="presParOf" srcId="{2EA46493-2CEE-44C0-BA62-23F012B22911}" destId="{0D4D95FB-F447-464A-91CE-930B4E765A96}" srcOrd="0" destOrd="0" presId="urn:microsoft.com/office/officeart/2005/8/layout/chevron2"/>
    <dgm:cxn modelId="{E4138C5B-537F-4682-8196-C3612FA0CAFB}" type="presParOf" srcId="{2EA46493-2CEE-44C0-BA62-23F012B22911}" destId="{66D97BD2-4668-4166-B6A3-D4EB4BE37EBE}" srcOrd="1" destOrd="0" presId="urn:microsoft.com/office/officeart/2005/8/layout/chevron2"/>
    <dgm:cxn modelId="{A26150B8-7AC8-4467-A0F7-B2D82A4008D1}" type="presParOf" srcId="{6531FDB7-582E-4F16-B7DE-81CDA3638514}" destId="{848292E6-156C-4604-B260-F6438AFCCFA5}" srcOrd="1" destOrd="0" presId="urn:microsoft.com/office/officeart/2005/8/layout/chevron2"/>
    <dgm:cxn modelId="{C325C710-AFD5-4D77-8541-0DEE4BE49AF5}" type="presParOf" srcId="{6531FDB7-582E-4F16-B7DE-81CDA3638514}" destId="{A163F789-6B47-4758-B5CB-E38F21B37488}" srcOrd="2" destOrd="0" presId="urn:microsoft.com/office/officeart/2005/8/layout/chevron2"/>
    <dgm:cxn modelId="{43A79E17-72C9-4655-80ED-FEEA37BD99B9}" type="presParOf" srcId="{A163F789-6B47-4758-B5CB-E38F21B37488}" destId="{7F7F16EE-C5A9-48A0-AAFA-EF529982A550}" srcOrd="0" destOrd="0" presId="urn:microsoft.com/office/officeart/2005/8/layout/chevron2"/>
    <dgm:cxn modelId="{DC30F2F3-9507-4ED0-A0F6-A688EDC457CD}" type="presParOf" srcId="{A163F789-6B47-4758-B5CB-E38F21B37488}" destId="{95B4EAE0-69C9-4C28-BF63-C1370BD2C815}" srcOrd="1" destOrd="0" presId="urn:microsoft.com/office/officeart/2005/8/layout/chevron2"/>
    <dgm:cxn modelId="{7D313857-7B5D-4BB0-8F83-BFB7B0FC5A87}" type="presParOf" srcId="{6531FDB7-582E-4F16-B7DE-81CDA3638514}" destId="{EDC90395-D6DC-40DE-B051-D9B6ADB4F6B8}" srcOrd="3" destOrd="0" presId="urn:microsoft.com/office/officeart/2005/8/layout/chevron2"/>
    <dgm:cxn modelId="{7B3A464E-6067-4DC3-AF79-BA9AA4EB9C1C}" type="presParOf" srcId="{6531FDB7-582E-4F16-B7DE-81CDA3638514}" destId="{66FFF148-2195-47F1-B636-72DB278DB1E2}" srcOrd="4" destOrd="0" presId="urn:microsoft.com/office/officeart/2005/8/layout/chevron2"/>
    <dgm:cxn modelId="{B9707E01-6BDC-49F0-80FC-6C2E35FB4BA3}" type="presParOf" srcId="{66FFF148-2195-47F1-B636-72DB278DB1E2}" destId="{D7F14044-DF51-44D1-BBB6-66E2B25A73BE}" srcOrd="0" destOrd="0" presId="urn:microsoft.com/office/officeart/2005/8/layout/chevron2"/>
    <dgm:cxn modelId="{B8013CBC-A288-4DA0-99CD-DC2A2A7DCE08}" type="presParOf" srcId="{66FFF148-2195-47F1-B636-72DB278DB1E2}" destId="{D35DC872-A93D-42D8-9F93-95D90F28F1B1}" srcOrd="1" destOrd="0" presId="urn:microsoft.com/office/officeart/2005/8/layout/chevron2"/>
    <dgm:cxn modelId="{88D73634-3D91-4B6C-8A7A-4859685C131B}" type="presParOf" srcId="{6531FDB7-582E-4F16-B7DE-81CDA3638514}" destId="{6B3FF5D4-EB62-4A28-AD24-EEA6585FC6EA}" srcOrd="5" destOrd="0" presId="urn:microsoft.com/office/officeart/2005/8/layout/chevron2"/>
    <dgm:cxn modelId="{58E3A846-93B8-498E-9714-A923108AE470}" type="presParOf" srcId="{6531FDB7-582E-4F16-B7DE-81CDA3638514}" destId="{21FF0B59-0F91-4497-A71E-3A0F0B22AE93}" srcOrd="6" destOrd="0" presId="urn:microsoft.com/office/officeart/2005/8/layout/chevron2"/>
    <dgm:cxn modelId="{47AEA871-50A0-485E-AC4D-0F2689865897}" type="presParOf" srcId="{21FF0B59-0F91-4497-A71E-3A0F0B22AE93}" destId="{46C5815B-DCB5-4948-B77E-62BECD98B080}" srcOrd="0" destOrd="0" presId="urn:microsoft.com/office/officeart/2005/8/layout/chevron2"/>
    <dgm:cxn modelId="{9B7D1479-A66C-4849-A576-6BB397163136}" type="presParOf" srcId="{21FF0B59-0F91-4497-A71E-3A0F0B22AE93}" destId="{B055F55C-5F48-4F58-96F8-592F504AC416}" srcOrd="1" destOrd="0" presId="urn:microsoft.com/office/officeart/2005/8/layout/chevron2"/>
    <dgm:cxn modelId="{0C65EDA9-70AE-483C-85CD-CE46E7BA89CA}" type="presParOf" srcId="{6531FDB7-582E-4F16-B7DE-81CDA3638514}" destId="{33FB48F2-062A-45F7-89C1-56C6A2B0C056}" srcOrd="7" destOrd="0" presId="urn:microsoft.com/office/officeart/2005/8/layout/chevron2"/>
    <dgm:cxn modelId="{C4BF07AD-B357-442A-9C2E-FBCF6787338D}" type="presParOf" srcId="{6531FDB7-582E-4F16-B7DE-81CDA3638514}" destId="{8941BA18-21CC-48F0-A2BC-39C62F5219C8}" srcOrd="8" destOrd="0" presId="urn:microsoft.com/office/officeart/2005/8/layout/chevron2"/>
    <dgm:cxn modelId="{43B2FEC7-0A92-41E7-BCAE-53C3DBB1ECF3}" type="presParOf" srcId="{8941BA18-21CC-48F0-A2BC-39C62F5219C8}" destId="{3710F188-165D-4D43-8D63-1D17C9D5CF65}" srcOrd="0" destOrd="0" presId="urn:microsoft.com/office/officeart/2005/8/layout/chevron2"/>
    <dgm:cxn modelId="{76C5364A-0811-47B9-9F42-E1D619D88DFE}" type="presParOf" srcId="{8941BA18-21CC-48F0-A2BC-39C62F5219C8}" destId="{D52406E5-F9D9-42ED-B476-D57BFED7A846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49B944C-53BB-4797-AFA2-CBD94B994D2F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DE9B741-7DA5-44E0-9639-BF0504454E99}">
      <dgm:prSet phldrT="[Text]"/>
      <dgm:spPr/>
      <dgm:t>
        <a:bodyPr/>
        <a:lstStyle/>
        <a:p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T1</a:t>
          </a:r>
          <a:endParaRPr lang="vi-VN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816C3C8-D706-4CA1-9491-04E195FEFF35}" type="parTrans" cxnId="{2222EB17-C1DD-4F52-BB1B-84C4E22030DF}">
      <dgm:prSet/>
      <dgm:spPr/>
      <dgm:t>
        <a:bodyPr/>
        <a:lstStyle/>
        <a:p>
          <a:endParaRPr lang="en-US"/>
        </a:p>
      </dgm:t>
    </dgm:pt>
    <dgm:pt modelId="{FB80E3F4-C7C8-4CD0-B919-A2F598479C1B}" type="sibTrans" cxnId="{2222EB17-C1DD-4F52-BB1B-84C4E22030DF}">
      <dgm:prSet/>
      <dgm:spPr/>
      <dgm:t>
        <a:bodyPr/>
        <a:lstStyle/>
        <a:p>
          <a:endParaRPr lang="en-US"/>
        </a:p>
      </dgm:t>
    </dgm:pt>
    <dgm:pt modelId="{53E03604-9BE8-4771-95F8-F6EB2CFEE3C7}">
      <dgm:prSet phldrT="[Text]"/>
      <dgm:spPr/>
      <dgm:t>
        <a:bodyPr/>
        <a:lstStyle/>
        <a:p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Tình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hình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kinh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tế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hiện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nay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không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ổn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định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vi-VN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F7B2D93-34CA-402A-951E-ACD677FD1E86}" type="parTrans" cxnId="{137EA632-DE74-4D4C-8199-480783C69609}">
      <dgm:prSet/>
      <dgm:spPr/>
      <dgm:t>
        <a:bodyPr/>
        <a:lstStyle/>
        <a:p>
          <a:endParaRPr lang="en-US"/>
        </a:p>
      </dgm:t>
    </dgm:pt>
    <dgm:pt modelId="{037637CB-ED41-414E-BA74-0195A8127183}" type="sibTrans" cxnId="{137EA632-DE74-4D4C-8199-480783C69609}">
      <dgm:prSet/>
      <dgm:spPr/>
      <dgm:t>
        <a:bodyPr/>
        <a:lstStyle/>
        <a:p>
          <a:endParaRPr lang="en-US"/>
        </a:p>
      </dgm:t>
    </dgm:pt>
    <dgm:pt modelId="{8DE9C5C1-E6DB-419A-AB4F-7CCBFDA74B63}">
      <dgm:prSet phldrT="[Text]"/>
      <dgm:spPr/>
      <dgm:t>
        <a:bodyPr/>
        <a:lstStyle/>
        <a:p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T2</a:t>
          </a:r>
          <a:endParaRPr lang="vi-VN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E3146F2-AE58-47DD-AA48-CF28F5D532CD}" type="parTrans" cxnId="{18C23818-84EB-4EFA-B4E0-7FA24AADF05C}">
      <dgm:prSet/>
      <dgm:spPr/>
      <dgm:t>
        <a:bodyPr/>
        <a:lstStyle/>
        <a:p>
          <a:endParaRPr lang="en-US"/>
        </a:p>
      </dgm:t>
    </dgm:pt>
    <dgm:pt modelId="{8B210BD4-E826-481A-9CA9-3702000DD451}" type="sibTrans" cxnId="{18C23818-84EB-4EFA-B4E0-7FA24AADF05C}">
      <dgm:prSet/>
      <dgm:spPr/>
      <dgm:t>
        <a:bodyPr/>
        <a:lstStyle/>
        <a:p>
          <a:endParaRPr lang="en-US"/>
        </a:p>
      </dgm:t>
    </dgm:pt>
    <dgm:pt modelId="{E1DEB0BC-C113-45B5-9A22-1F701EA26240}">
      <dgm:prSet phldrT="[Text]"/>
      <dgm:spPr/>
      <dgm:t>
        <a:bodyPr/>
        <a:lstStyle/>
        <a:p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Khủng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hoảng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kinh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tế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toàn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cầu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làm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cho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du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khách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cân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nhắc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hơn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trong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việc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đi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du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lịch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vi-VN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665C91F-1F36-4DFA-AC94-C5F137BA4EDB}" type="parTrans" cxnId="{0E4CEB0B-85E1-40B1-9FAE-0D36E4A0AF93}">
      <dgm:prSet/>
      <dgm:spPr/>
      <dgm:t>
        <a:bodyPr/>
        <a:lstStyle/>
        <a:p>
          <a:endParaRPr lang="en-US"/>
        </a:p>
      </dgm:t>
    </dgm:pt>
    <dgm:pt modelId="{35646DAA-39F0-409B-8737-DEA9B5B15B41}" type="sibTrans" cxnId="{0E4CEB0B-85E1-40B1-9FAE-0D36E4A0AF93}">
      <dgm:prSet/>
      <dgm:spPr/>
      <dgm:t>
        <a:bodyPr/>
        <a:lstStyle/>
        <a:p>
          <a:endParaRPr lang="en-US"/>
        </a:p>
      </dgm:t>
    </dgm:pt>
    <dgm:pt modelId="{BC8FCB26-46FB-4C33-9431-B76CBBD11AED}">
      <dgm:prSet phldrT="[Text]"/>
      <dgm:spPr/>
      <dgm:t>
        <a:bodyPr/>
        <a:lstStyle/>
        <a:p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T3</a:t>
          </a:r>
          <a:endParaRPr lang="vi-VN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1451B8F-D725-40FC-A1FF-F40E06D8B925}" type="parTrans" cxnId="{3DAEFFEB-7230-4C3A-A9AC-03EE1487ED88}">
      <dgm:prSet/>
      <dgm:spPr/>
      <dgm:t>
        <a:bodyPr/>
        <a:lstStyle/>
        <a:p>
          <a:endParaRPr lang="en-US"/>
        </a:p>
      </dgm:t>
    </dgm:pt>
    <dgm:pt modelId="{86AA183D-5CE1-4A02-B6D9-3EA27ECBCCCC}" type="sibTrans" cxnId="{3DAEFFEB-7230-4C3A-A9AC-03EE1487ED88}">
      <dgm:prSet/>
      <dgm:spPr/>
      <dgm:t>
        <a:bodyPr/>
        <a:lstStyle/>
        <a:p>
          <a:endParaRPr lang="en-US"/>
        </a:p>
      </dgm:t>
    </dgm:pt>
    <dgm:pt modelId="{3C0B3D5C-05A1-47D6-8986-B128247D01C7}">
      <dgm:prSet/>
      <dgm:spPr/>
      <dgm:t>
        <a:bodyPr/>
        <a:lstStyle/>
        <a:p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Là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một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khách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sạn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mới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thành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lập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nên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chưa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thu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hút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được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nhiều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khách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du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lịch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vi-VN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B2E0E5C-5C92-4F96-A872-82FE82CAD782}" type="parTrans" cxnId="{7691C073-2383-453C-8257-98ACB5AB153D}">
      <dgm:prSet/>
      <dgm:spPr/>
      <dgm:t>
        <a:bodyPr/>
        <a:lstStyle/>
        <a:p>
          <a:endParaRPr lang="en-US"/>
        </a:p>
      </dgm:t>
    </dgm:pt>
    <dgm:pt modelId="{B82F4217-2DBC-417D-AD05-4C0536BB843B}" type="sibTrans" cxnId="{7691C073-2383-453C-8257-98ACB5AB153D}">
      <dgm:prSet/>
      <dgm:spPr/>
      <dgm:t>
        <a:bodyPr/>
        <a:lstStyle/>
        <a:p>
          <a:endParaRPr lang="en-US"/>
        </a:p>
      </dgm:t>
    </dgm:pt>
    <dgm:pt modelId="{6531FDB7-582E-4F16-B7DE-81CDA3638514}" type="pres">
      <dgm:prSet presAssocID="{A49B944C-53BB-4797-AFA2-CBD94B994D2F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EA46493-2CEE-44C0-BA62-23F012B22911}" type="pres">
      <dgm:prSet presAssocID="{1DE9B741-7DA5-44E0-9639-BF0504454E99}" presName="composite" presStyleCnt="0"/>
      <dgm:spPr/>
    </dgm:pt>
    <dgm:pt modelId="{0D4D95FB-F447-464A-91CE-930B4E765A96}" type="pres">
      <dgm:prSet presAssocID="{1DE9B741-7DA5-44E0-9639-BF0504454E99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6D97BD2-4668-4166-B6A3-D4EB4BE37EBE}" type="pres">
      <dgm:prSet presAssocID="{1DE9B741-7DA5-44E0-9639-BF0504454E99}" presName="descendantText" presStyleLbl="alignAcc1" presStyleIdx="0" presStyleCnt="3" custLinFactY="-14292" custLinFactNeighborX="17890" custLinFactNeighborY="-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48292E6-156C-4604-B260-F6438AFCCFA5}" type="pres">
      <dgm:prSet presAssocID="{FB80E3F4-C7C8-4CD0-B919-A2F598479C1B}" presName="sp" presStyleCnt="0"/>
      <dgm:spPr/>
    </dgm:pt>
    <dgm:pt modelId="{A163F789-6B47-4758-B5CB-E38F21B37488}" type="pres">
      <dgm:prSet presAssocID="{8DE9C5C1-E6DB-419A-AB4F-7CCBFDA74B63}" presName="composite" presStyleCnt="0"/>
      <dgm:spPr/>
    </dgm:pt>
    <dgm:pt modelId="{7F7F16EE-C5A9-48A0-AAFA-EF529982A550}" type="pres">
      <dgm:prSet presAssocID="{8DE9C5C1-E6DB-419A-AB4F-7CCBFDA74B63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5B4EAE0-69C9-4C28-BF63-C1370BD2C815}" type="pres">
      <dgm:prSet presAssocID="{8DE9C5C1-E6DB-419A-AB4F-7CCBFDA74B63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DC90395-D6DC-40DE-B051-D9B6ADB4F6B8}" type="pres">
      <dgm:prSet presAssocID="{8B210BD4-E826-481A-9CA9-3702000DD451}" presName="sp" presStyleCnt="0"/>
      <dgm:spPr/>
    </dgm:pt>
    <dgm:pt modelId="{66FFF148-2195-47F1-B636-72DB278DB1E2}" type="pres">
      <dgm:prSet presAssocID="{BC8FCB26-46FB-4C33-9431-B76CBBD11AED}" presName="composite" presStyleCnt="0"/>
      <dgm:spPr/>
    </dgm:pt>
    <dgm:pt modelId="{D7F14044-DF51-44D1-BBB6-66E2B25A73BE}" type="pres">
      <dgm:prSet presAssocID="{BC8FCB26-46FB-4C33-9431-B76CBBD11AED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35DC872-A93D-42D8-9F93-95D90F28F1B1}" type="pres">
      <dgm:prSet presAssocID="{BC8FCB26-46FB-4C33-9431-B76CBBD11AED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68E3006-303E-4701-9AA5-6EC67EF4D5FD}" type="presOf" srcId="{53E03604-9BE8-4771-95F8-F6EB2CFEE3C7}" destId="{66D97BD2-4668-4166-B6A3-D4EB4BE37EBE}" srcOrd="0" destOrd="0" presId="urn:microsoft.com/office/officeart/2005/8/layout/chevron2"/>
    <dgm:cxn modelId="{B1FB707D-7BA3-48B5-99D4-45C21E80EA62}" type="presOf" srcId="{BC8FCB26-46FB-4C33-9431-B76CBBD11AED}" destId="{D7F14044-DF51-44D1-BBB6-66E2B25A73BE}" srcOrd="0" destOrd="0" presId="urn:microsoft.com/office/officeart/2005/8/layout/chevron2"/>
    <dgm:cxn modelId="{747D9630-1B25-4C9F-A0AD-533061CE1961}" type="presOf" srcId="{A49B944C-53BB-4797-AFA2-CBD94B994D2F}" destId="{6531FDB7-582E-4F16-B7DE-81CDA3638514}" srcOrd="0" destOrd="0" presId="urn:microsoft.com/office/officeart/2005/8/layout/chevron2"/>
    <dgm:cxn modelId="{7691C073-2383-453C-8257-98ACB5AB153D}" srcId="{BC8FCB26-46FB-4C33-9431-B76CBBD11AED}" destId="{3C0B3D5C-05A1-47D6-8986-B128247D01C7}" srcOrd="0" destOrd="0" parTransId="{DB2E0E5C-5C92-4F96-A872-82FE82CAD782}" sibTransId="{B82F4217-2DBC-417D-AD05-4C0536BB843B}"/>
    <dgm:cxn modelId="{7591E2DB-2808-493D-BEF7-512F54346F84}" type="presOf" srcId="{8DE9C5C1-E6DB-419A-AB4F-7CCBFDA74B63}" destId="{7F7F16EE-C5A9-48A0-AAFA-EF529982A550}" srcOrd="0" destOrd="0" presId="urn:microsoft.com/office/officeart/2005/8/layout/chevron2"/>
    <dgm:cxn modelId="{2222EB17-C1DD-4F52-BB1B-84C4E22030DF}" srcId="{A49B944C-53BB-4797-AFA2-CBD94B994D2F}" destId="{1DE9B741-7DA5-44E0-9639-BF0504454E99}" srcOrd="0" destOrd="0" parTransId="{D816C3C8-D706-4CA1-9491-04E195FEFF35}" sibTransId="{FB80E3F4-C7C8-4CD0-B919-A2F598479C1B}"/>
    <dgm:cxn modelId="{3DAEFFEB-7230-4C3A-A9AC-03EE1487ED88}" srcId="{A49B944C-53BB-4797-AFA2-CBD94B994D2F}" destId="{BC8FCB26-46FB-4C33-9431-B76CBBD11AED}" srcOrd="2" destOrd="0" parTransId="{81451B8F-D725-40FC-A1FF-F40E06D8B925}" sibTransId="{86AA183D-5CE1-4A02-B6D9-3EA27ECBCCCC}"/>
    <dgm:cxn modelId="{348BD5DD-62FC-4E17-BC0F-6F57C302EF62}" type="presOf" srcId="{3C0B3D5C-05A1-47D6-8986-B128247D01C7}" destId="{D35DC872-A93D-42D8-9F93-95D90F28F1B1}" srcOrd="0" destOrd="0" presId="urn:microsoft.com/office/officeart/2005/8/layout/chevron2"/>
    <dgm:cxn modelId="{18C23818-84EB-4EFA-B4E0-7FA24AADF05C}" srcId="{A49B944C-53BB-4797-AFA2-CBD94B994D2F}" destId="{8DE9C5C1-E6DB-419A-AB4F-7CCBFDA74B63}" srcOrd="1" destOrd="0" parTransId="{5E3146F2-AE58-47DD-AA48-CF28F5D532CD}" sibTransId="{8B210BD4-E826-481A-9CA9-3702000DD451}"/>
    <dgm:cxn modelId="{137EA632-DE74-4D4C-8199-480783C69609}" srcId="{1DE9B741-7DA5-44E0-9639-BF0504454E99}" destId="{53E03604-9BE8-4771-95F8-F6EB2CFEE3C7}" srcOrd="0" destOrd="0" parTransId="{0F7B2D93-34CA-402A-951E-ACD677FD1E86}" sibTransId="{037637CB-ED41-414E-BA74-0195A8127183}"/>
    <dgm:cxn modelId="{5DFD9FD2-3D55-4369-9FC7-893C9F647772}" type="presOf" srcId="{1DE9B741-7DA5-44E0-9639-BF0504454E99}" destId="{0D4D95FB-F447-464A-91CE-930B4E765A96}" srcOrd="0" destOrd="0" presId="urn:microsoft.com/office/officeart/2005/8/layout/chevron2"/>
    <dgm:cxn modelId="{0E4CEB0B-85E1-40B1-9FAE-0D36E4A0AF93}" srcId="{8DE9C5C1-E6DB-419A-AB4F-7CCBFDA74B63}" destId="{E1DEB0BC-C113-45B5-9A22-1F701EA26240}" srcOrd="0" destOrd="0" parTransId="{F665C91F-1F36-4DFA-AC94-C5F137BA4EDB}" sibTransId="{35646DAA-39F0-409B-8737-DEA9B5B15B41}"/>
    <dgm:cxn modelId="{FA6975AC-FB4E-4E72-8AB1-60B0C56FBE61}" type="presOf" srcId="{E1DEB0BC-C113-45B5-9A22-1F701EA26240}" destId="{95B4EAE0-69C9-4C28-BF63-C1370BD2C815}" srcOrd="0" destOrd="0" presId="urn:microsoft.com/office/officeart/2005/8/layout/chevron2"/>
    <dgm:cxn modelId="{2E0A22F7-2E5A-4779-90A5-ED7D48CE18E7}" type="presParOf" srcId="{6531FDB7-582E-4F16-B7DE-81CDA3638514}" destId="{2EA46493-2CEE-44C0-BA62-23F012B22911}" srcOrd="0" destOrd="0" presId="urn:microsoft.com/office/officeart/2005/8/layout/chevron2"/>
    <dgm:cxn modelId="{DD4148CE-25B3-4185-AA55-6ABBB4AA3873}" type="presParOf" srcId="{2EA46493-2CEE-44C0-BA62-23F012B22911}" destId="{0D4D95FB-F447-464A-91CE-930B4E765A96}" srcOrd="0" destOrd="0" presId="urn:microsoft.com/office/officeart/2005/8/layout/chevron2"/>
    <dgm:cxn modelId="{E4138C5B-537F-4682-8196-C3612FA0CAFB}" type="presParOf" srcId="{2EA46493-2CEE-44C0-BA62-23F012B22911}" destId="{66D97BD2-4668-4166-B6A3-D4EB4BE37EBE}" srcOrd="1" destOrd="0" presId="urn:microsoft.com/office/officeart/2005/8/layout/chevron2"/>
    <dgm:cxn modelId="{A26150B8-7AC8-4467-A0F7-B2D82A4008D1}" type="presParOf" srcId="{6531FDB7-582E-4F16-B7DE-81CDA3638514}" destId="{848292E6-156C-4604-B260-F6438AFCCFA5}" srcOrd="1" destOrd="0" presId="urn:microsoft.com/office/officeart/2005/8/layout/chevron2"/>
    <dgm:cxn modelId="{C325C710-AFD5-4D77-8541-0DEE4BE49AF5}" type="presParOf" srcId="{6531FDB7-582E-4F16-B7DE-81CDA3638514}" destId="{A163F789-6B47-4758-B5CB-E38F21B37488}" srcOrd="2" destOrd="0" presId="urn:microsoft.com/office/officeart/2005/8/layout/chevron2"/>
    <dgm:cxn modelId="{43A79E17-72C9-4655-80ED-FEEA37BD99B9}" type="presParOf" srcId="{A163F789-6B47-4758-B5CB-E38F21B37488}" destId="{7F7F16EE-C5A9-48A0-AAFA-EF529982A550}" srcOrd="0" destOrd="0" presId="urn:microsoft.com/office/officeart/2005/8/layout/chevron2"/>
    <dgm:cxn modelId="{DC30F2F3-9507-4ED0-A0F6-A688EDC457CD}" type="presParOf" srcId="{A163F789-6B47-4758-B5CB-E38F21B37488}" destId="{95B4EAE0-69C9-4C28-BF63-C1370BD2C815}" srcOrd="1" destOrd="0" presId="urn:microsoft.com/office/officeart/2005/8/layout/chevron2"/>
    <dgm:cxn modelId="{7D313857-7B5D-4BB0-8F83-BFB7B0FC5A87}" type="presParOf" srcId="{6531FDB7-582E-4F16-B7DE-81CDA3638514}" destId="{EDC90395-D6DC-40DE-B051-D9B6ADB4F6B8}" srcOrd="3" destOrd="0" presId="urn:microsoft.com/office/officeart/2005/8/layout/chevron2"/>
    <dgm:cxn modelId="{7B3A464E-6067-4DC3-AF79-BA9AA4EB9C1C}" type="presParOf" srcId="{6531FDB7-582E-4F16-B7DE-81CDA3638514}" destId="{66FFF148-2195-47F1-B636-72DB278DB1E2}" srcOrd="4" destOrd="0" presId="urn:microsoft.com/office/officeart/2005/8/layout/chevron2"/>
    <dgm:cxn modelId="{B9707E01-6BDC-49F0-80FC-6C2E35FB4BA3}" type="presParOf" srcId="{66FFF148-2195-47F1-B636-72DB278DB1E2}" destId="{D7F14044-DF51-44D1-BBB6-66E2B25A73BE}" srcOrd="0" destOrd="0" presId="urn:microsoft.com/office/officeart/2005/8/layout/chevron2"/>
    <dgm:cxn modelId="{B8013CBC-A288-4DA0-99CD-DC2A2A7DCE08}" type="presParOf" srcId="{66FFF148-2195-47F1-B636-72DB278DB1E2}" destId="{D35DC872-A93D-42D8-9F93-95D90F28F1B1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49B944C-53BB-4797-AFA2-CBD94B994D2F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DE9B741-7DA5-44E0-9639-BF0504454E99}">
      <dgm:prSet phldrT="[Text]"/>
      <dgm:spPr/>
      <dgm:t>
        <a:bodyPr/>
        <a:lstStyle/>
        <a:p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T4</a:t>
          </a:r>
          <a:endParaRPr lang="vi-VN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816C3C8-D706-4CA1-9491-04E195FEFF35}" type="parTrans" cxnId="{2222EB17-C1DD-4F52-BB1B-84C4E22030DF}">
      <dgm:prSet/>
      <dgm:spPr/>
      <dgm:t>
        <a:bodyPr/>
        <a:lstStyle/>
        <a:p>
          <a:endParaRPr lang="en-US"/>
        </a:p>
      </dgm:t>
    </dgm:pt>
    <dgm:pt modelId="{FB80E3F4-C7C8-4CD0-B919-A2F598479C1B}" type="sibTrans" cxnId="{2222EB17-C1DD-4F52-BB1B-84C4E22030DF}">
      <dgm:prSet/>
      <dgm:spPr/>
      <dgm:t>
        <a:bodyPr/>
        <a:lstStyle/>
        <a:p>
          <a:endParaRPr lang="en-US"/>
        </a:p>
      </dgm:t>
    </dgm:pt>
    <dgm:pt modelId="{53E03604-9BE8-4771-95F8-F6EB2CFEE3C7}">
      <dgm:prSet phldrT="[Text]"/>
      <dgm:spPr/>
      <dgm:t>
        <a:bodyPr/>
        <a:lstStyle/>
        <a:p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Khoa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học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công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nghệ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ngày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càng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phát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triển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nên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nguy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cơ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cạnh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tranh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khách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du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lịch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là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rất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lớn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vi-VN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F7B2D93-34CA-402A-951E-ACD677FD1E86}" type="parTrans" cxnId="{137EA632-DE74-4D4C-8199-480783C69609}">
      <dgm:prSet/>
      <dgm:spPr/>
      <dgm:t>
        <a:bodyPr/>
        <a:lstStyle/>
        <a:p>
          <a:endParaRPr lang="en-US"/>
        </a:p>
      </dgm:t>
    </dgm:pt>
    <dgm:pt modelId="{037637CB-ED41-414E-BA74-0195A8127183}" type="sibTrans" cxnId="{137EA632-DE74-4D4C-8199-480783C69609}">
      <dgm:prSet/>
      <dgm:spPr/>
      <dgm:t>
        <a:bodyPr/>
        <a:lstStyle/>
        <a:p>
          <a:endParaRPr lang="en-US"/>
        </a:p>
      </dgm:t>
    </dgm:pt>
    <dgm:pt modelId="{CC718BFE-BE30-4E17-B599-A26BD3B5ECBC}">
      <dgm:prSet phldrT="[Text]"/>
      <dgm:spPr/>
      <dgm:t>
        <a:bodyPr/>
        <a:lstStyle/>
        <a:p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Do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nằm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ở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vị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trí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trung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tâm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thành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phố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Hà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Nội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nên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có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rất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nhiều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đối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thủ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cạnh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tranh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lớn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vi-VN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B4E4985-D009-4BA5-9A63-41444B2EE9FE}" type="parTrans" cxnId="{C8B9588F-D479-40B2-A356-94DF928473F1}">
      <dgm:prSet/>
      <dgm:spPr/>
      <dgm:t>
        <a:bodyPr/>
        <a:lstStyle/>
        <a:p>
          <a:endParaRPr lang="en-US"/>
        </a:p>
      </dgm:t>
    </dgm:pt>
    <dgm:pt modelId="{166EF6FC-394A-4890-963D-C0116D0408F2}" type="sibTrans" cxnId="{C8B9588F-D479-40B2-A356-94DF928473F1}">
      <dgm:prSet/>
      <dgm:spPr/>
      <dgm:t>
        <a:bodyPr/>
        <a:lstStyle/>
        <a:p>
          <a:endParaRPr lang="en-US"/>
        </a:p>
      </dgm:t>
    </dgm:pt>
    <dgm:pt modelId="{0EDFDEA3-A68F-4FB1-A7F0-CA5EA296BD65}">
      <dgm:prSet phldrT="[Text]"/>
      <dgm:spPr/>
      <dgm:t>
        <a:bodyPr/>
        <a:lstStyle/>
        <a:p>
          <a:r>
            <a:rPr lang="en-US" noProof="0" smtClean="0">
              <a:latin typeface="Times New Roman" panose="02020603050405020304" pitchFamily="18" charset="0"/>
              <a:cs typeface="Times New Roman" panose="02020603050405020304" pitchFamily="18" charset="0"/>
            </a:rPr>
            <a:t>T5</a:t>
          </a:r>
          <a:endParaRPr lang="en-US"/>
        </a:p>
      </dgm:t>
    </dgm:pt>
    <dgm:pt modelId="{1F53E6DA-E834-4E5F-BFC1-B37DB40CD462}" type="parTrans" cxnId="{BC91D3EA-F154-4998-938E-455C40C3C634}">
      <dgm:prSet/>
      <dgm:spPr/>
      <dgm:t>
        <a:bodyPr/>
        <a:lstStyle/>
        <a:p>
          <a:endParaRPr lang="en-US"/>
        </a:p>
      </dgm:t>
    </dgm:pt>
    <dgm:pt modelId="{3801CD6F-C889-4DFA-BF9D-EF568C7CDEA1}" type="sibTrans" cxnId="{BC91D3EA-F154-4998-938E-455C40C3C634}">
      <dgm:prSet/>
      <dgm:spPr/>
      <dgm:t>
        <a:bodyPr/>
        <a:lstStyle/>
        <a:p>
          <a:endParaRPr lang="en-US"/>
        </a:p>
      </dgm:t>
    </dgm:pt>
    <dgm:pt modelId="{E1DEB0BC-C113-45B5-9A22-1F701EA26240}">
      <dgm:prSet phldrT="[Text]"/>
      <dgm:spPr/>
      <dgm:t>
        <a:bodyPr/>
        <a:lstStyle/>
        <a:p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Ngành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du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lịch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mang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tính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thời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vụ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nên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lượt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khách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không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ổn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đinh</a:t>
          </a:r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vi-VN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5646DAA-39F0-409B-8737-DEA9B5B15B41}" type="sibTrans" cxnId="{0E4CEB0B-85E1-40B1-9FAE-0D36E4A0AF93}">
      <dgm:prSet/>
      <dgm:spPr/>
      <dgm:t>
        <a:bodyPr/>
        <a:lstStyle/>
        <a:p>
          <a:endParaRPr lang="en-US"/>
        </a:p>
      </dgm:t>
    </dgm:pt>
    <dgm:pt modelId="{F665C91F-1F36-4DFA-AC94-C5F137BA4EDB}" type="parTrans" cxnId="{0E4CEB0B-85E1-40B1-9FAE-0D36E4A0AF93}">
      <dgm:prSet/>
      <dgm:spPr/>
      <dgm:t>
        <a:bodyPr/>
        <a:lstStyle/>
        <a:p>
          <a:endParaRPr lang="en-US"/>
        </a:p>
      </dgm:t>
    </dgm:pt>
    <dgm:pt modelId="{8DE9C5C1-E6DB-419A-AB4F-7CCBFDA74B63}">
      <dgm:prSet phldrT="[Text]"/>
      <dgm:spPr/>
      <dgm:t>
        <a:bodyPr/>
        <a:lstStyle/>
        <a:p>
          <a:r>
            <a:rPr lang="en-US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T6</a:t>
          </a:r>
          <a:endParaRPr lang="vi-VN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B210BD4-E826-481A-9CA9-3702000DD451}" type="sibTrans" cxnId="{18C23818-84EB-4EFA-B4E0-7FA24AADF05C}">
      <dgm:prSet/>
      <dgm:spPr/>
      <dgm:t>
        <a:bodyPr/>
        <a:lstStyle/>
        <a:p>
          <a:endParaRPr lang="en-US"/>
        </a:p>
      </dgm:t>
    </dgm:pt>
    <dgm:pt modelId="{5E3146F2-AE58-47DD-AA48-CF28F5D532CD}" type="parTrans" cxnId="{18C23818-84EB-4EFA-B4E0-7FA24AADF05C}">
      <dgm:prSet/>
      <dgm:spPr/>
      <dgm:t>
        <a:bodyPr/>
        <a:lstStyle/>
        <a:p>
          <a:endParaRPr lang="en-US"/>
        </a:p>
      </dgm:t>
    </dgm:pt>
    <dgm:pt modelId="{6531FDB7-582E-4F16-B7DE-81CDA3638514}" type="pres">
      <dgm:prSet presAssocID="{A49B944C-53BB-4797-AFA2-CBD94B994D2F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EA46493-2CEE-44C0-BA62-23F012B22911}" type="pres">
      <dgm:prSet presAssocID="{1DE9B741-7DA5-44E0-9639-BF0504454E99}" presName="composite" presStyleCnt="0"/>
      <dgm:spPr/>
    </dgm:pt>
    <dgm:pt modelId="{0D4D95FB-F447-464A-91CE-930B4E765A96}" type="pres">
      <dgm:prSet presAssocID="{1DE9B741-7DA5-44E0-9639-BF0504454E99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6D97BD2-4668-4166-B6A3-D4EB4BE37EBE}" type="pres">
      <dgm:prSet presAssocID="{1DE9B741-7DA5-44E0-9639-BF0504454E99}" presName="descendantText" presStyleLbl="alignAcc1" presStyleIdx="0" presStyleCnt="3" custLinFactY="-14292" custLinFactNeighborX="17890" custLinFactNeighborY="-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48292E6-156C-4604-B260-F6438AFCCFA5}" type="pres">
      <dgm:prSet presAssocID="{FB80E3F4-C7C8-4CD0-B919-A2F598479C1B}" presName="sp" presStyleCnt="0"/>
      <dgm:spPr/>
    </dgm:pt>
    <dgm:pt modelId="{870E73DC-4688-44FC-9C9B-1CED900CB8DF}" type="pres">
      <dgm:prSet presAssocID="{0EDFDEA3-A68F-4FB1-A7F0-CA5EA296BD65}" presName="composite" presStyleCnt="0"/>
      <dgm:spPr/>
    </dgm:pt>
    <dgm:pt modelId="{106D464F-0E14-4B1C-86C7-D2D4FAED5025}" type="pres">
      <dgm:prSet presAssocID="{0EDFDEA3-A68F-4FB1-A7F0-CA5EA296BD65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8E53AC4-7C95-45D4-AF11-4156C5120917}" type="pres">
      <dgm:prSet presAssocID="{0EDFDEA3-A68F-4FB1-A7F0-CA5EA296BD65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ABDC42B-CD61-488F-9C5B-CE7B28F73CFB}" type="pres">
      <dgm:prSet presAssocID="{3801CD6F-C889-4DFA-BF9D-EF568C7CDEA1}" presName="sp" presStyleCnt="0"/>
      <dgm:spPr/>
    </dgm:pt>
    <dgm:pt modelId="{A163F789-6B47-4758-B5CB-E38F21B37488}" type="pres">
      <dgm:prSet presAssocID="{8DE9C5C1-E6DB-419A-AB4F-7CCBFDA74B63}" presName="composite" presStyleCnt="0"/>
      <dgm:spPr/>
    </dgm:pt>
    <dgm:pt modelId="{7F7F16EE-C5A9-48A0-AAFA-EF529982A550}" type="pres">
      <dgm:prSet presAssocID="{8DE9C5C1-E6DB-419A-AB4F-7CCBFDA74B63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5B4EAE0-69C9-4C28-BF63-C1370BD2C815}" type="pres">
      <dgm:prSet presAssocID="{8DE9C5C1-E6DB-419A-AB4F-7CCBFDA74B63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222EB17-C1DD-4F52-BB1B-84C4E22030DF}" srcId="{A49B944C-53BB-4797-AFA2-CBD94B994D2F}" destId="{1DE9B741-7DA5-44E0-9639-BF0504454E99}" srcOrd="0" destOrd="0" parTransId="{D816C3C8-D706-4CA1-9491-04E195FEFF35}" sibTransId="{FB80E3F4-C7C8-4CD0-B919-A2F598479C1B}"/>
    <dgm:cxn modelId="{BC91D3EA-F154-4998-938E-455C40C3C634}" srcId="{A49B944C-53BB-4797-AFA2-CBD94B994D2F}" destId="{0EDFDEA3-A68F-4FB1-A7F0-CA5EA296BD65}" srcOrd="1" destOrd="0" parTransId="{1F53E6DA-E834-4E5F-BFC1-B37DB40CD462}" sibTransId="{3801CD6F-C889-4DFA-BF9D-EF568C7CDEA1}"/>
    <dgm:cxn modelId="{C8B9588F-D479-40B2-A356-94DF928473F1}" srcId="{1DE9B741-7DA5-44E0-9639-BF0504454E99}" destId="{CC718BFE-BE30-4E17-B599-A26BD3B5ECBC}" srcOrd="0" destOrd="0" parTransId="{CB4E4985-D009-4BA5-9A63-41444B2EE9FE}" sibTransId="{166EF6FC-394A-4890-963D-C0116D0408F2}"/>
    <dgm:cxn modelId="{5DFD9FD2-3D55-4369-9FC7-893C9F647772}" type="presOf" srcId="{1DE9B741-7DA5-44E0-9639-BF0504454E99}" destId="{0D4D95FB-F447-464A-91CE-930B4E765A96}" srcOrd="0" destOrd="0" presId="urn:microsoft.com/office/officeart/2005/8/layout/chevron2"/>
    <dgm:cxn modelId="{FA6975AC-FB4E-4E72-8AB1-60B0C56FBE61}" type="presOf" srcId="{E1DEB0BC-C113-45B5-9A22-1F701EA26240}" destId="{95B4EAE0-69C9-4C28-BF63-C1370BD2C815}" srcOrd="0" destOrd="0" presId="urn:microsoft.com/office/officeart/2005/8/layout/chevron2"/>
    <dgm:cxn modelId="{0E4CEB0B-85E1-40B1-9FAE-0D36E4A0AF93}" srcId="{8DE9C5C1-E6DB-419A-AB4F-7CCBFDA74B63}" destId="{E1DEB0BC-C113-45B5-9A22-1F701EA26240}" srcOrd="0" destOrd="0" parTransId="{F665C91F-1F36-4DFA-AC94-C5F137BA4EDB}" sibTransId="{35646DAA-39F0-409B-8737-DEA9B5B15B41}"/>
    <dgm:cxn modelId="{137EA632-DE74-4D4C-8199-480783C69609}" srcId="{0EDFDEA3-A68F-4FB1-A7F0-CA5EA296BD65}" destId="{53E03604-9BE8-4771-95F8-F6EB2CFEE3C7}" srcOrd="0" destOrd="0" parTransId="{0F7B2D93-34CA-402A-951E-ACD677FD1E86}" sibTransId="{037637CB-ED41-414E-BA74-0195A8127183}"/>
    <dgm:cxn modelId="{88AD2704-FC51-4DA0-9B22-334C3AEB6DE3}" type="presOf" srcId="{0EDFDEA3-A68F-4FB1-A7F0-CA5EA296BD65}" destId="{106D464F-0E14-4B1C-86C7-D2D4FAED5025}" srcOrd="0" destOrd="0" presId="urn:microsoft.com/office/officeart/2005/8/layout/chevron2"/>
    <dgm:cxn modelId="{1720CB5A-BC3E-4F33-9E7B-3BAF1E31D11F}" type="presOf" srcId="{CC718BFE-BE30-4E17-B599-A26BD3B5ECBC}" destId="{66D97BD2-4668-4166-B6A3-D4EB4BE37EBE}" srcOrd="0" destOrd="0" presId="urn:microsoft.com/office/officeart/2005/8/layout/chevron2"/>
    <dgm:cxn modelId="{A7C2E4C5-9E59-46F2-8C99-A35CFF4477D5}" type="presOf" srcId="{53E03604-9BE8-4771-95F8-F6EB2CFEE3C7}" destId="{58E53AC4-7C95-45D4-AF11-4156C5120917}" srcOrd="0" destOrd="0" presId="urn:microsoft.com/office/officeart/2005/8/layout/chevron2"/>
    <dgm:cxn modelId="{18C23818-84EB-4EFA-B4E0-7FA24AADF05C}" srcId="{A49B944C-53BB-4797-AFA2-CBD94B994D2F}" destId="{8DE9C5C1-E6DB-419A-AB4F-7CCBFDA74B63}" srcOrd="2" destOrd="0" parTransId="{5E3146F2-AE58-47DD-AA48-CF28F5D532CD}" sibTransId="{8B210BD4-E826-481A-9CA9-3702000DD451}"/>
    <dgm:cxn modelId="{7591E2DB-2808-493D-BEF7-512F54346F84}" type="presOf" srcId="{8DE9C5C1-E6DB-419A-AB4F-7CCBFDA74B63}" destId="{7F7F16EE-C5A9-48A0-AAFA-EF529982A550}" srcOrd="0" destOrd="0" presId="urn:microsoft.com/office/officeart/2005/8/layout/chevron2"/>
    <dgm:cxn modelId="{747D9630-1B25-4C9F-A0AD-533061CE1961}" type="presOf" srcId="{A49B944C-53BB-4797-AFA2-CBD94B994D2F}" destId="{6531FDB7-582E-4F16-B7DE-81CDA3638514}" srcOrd="0" destOrd="0" presId="urn:microsoft.com/office/officeart/2005/8/layout/chevron2"/>
    <dgm:cxn modelId="{2E0A22F7-2E5A-4779-90A5-ED7D48CE18E7}" type="presParOf" srcId="{6531FDB7-582E-4F16-B7DE-81CDA3638514}" destId="{2EA46493-2CEE-44C0-BA62-23F012B22911}" srcOrd="0" destOrd="0" presId="urn:microsoft.com/office/officeart/2005/8/layout/chevron2"/>
    <dgm:cxn modelId="{DD4148CE-25B3-4185-AA55-6ABBB4AA3873}" type="presParOf" srcId="{2EA46493-2CEE-44C0-BA62-23F012B22911}" destId="{0D4D95FB-F447-464A-91CE-930B4E765A96}" srcOrd="0" destOrd="0" presId="urn:microsoft.com/office/officeart/2005/8/layout/chevron2"/>
    <dgm:cxn modelId="{E4138C5B-537F-4682-8196-C3612FA0CAFB}" type="presParOf" srcId="{2EA46493-2CEE-44C0-BA62-23F012B22911}" destId="{66D97BD2-4668-4166-B6A3-D4EB4BE37EBE}" srcOrd="1" destOrd="0" presId="urn:microsoft.com/office/officeart/2005/8/layout/chevron2"/>
    <dgm:cxn modelId="{A26150B8-7AC8-4467-A0F7-B2D82A4008D1}" type="presParOf" srcId="{6531FDB7-582E-4F16-B7DE-81CDA3638514}" destId="{848292E6-156C-4604-B260-F6438AFCCFA5}" srcOrd="1" destOrd="0" presId="urn:microsoft.com/office/officeart/2005/8/layout/chevron2"/>
    <dgm:cxn modelId="{2E17FA43-FA22-46A6-A0EF-DF34A8447793}" type="presParOf" srcId="{6531FDB7-582E-4F16-B7DE-81CDA3638514}" destId="{870E73DC-4688-44FC-9C9B-1CED900CB8DF}" srcOrd="2" destOrd="0" presId="urn:microsoft.com/office/officeart/2005/8/layout/chevron2"/>
    <dgm:cxn modelId="{9F19CF64-1FB2-4E9E-B507-64323775922F}" type="presParOf" srcId="{870E73DC-4688-44FC-9C9B-1CED900CB8DF}" destId="{106D464F-0E14-4B1C-86C7-D2D4FAED5025}" srcOrd="0" destOrd="0" presId="urn:microsoft.com/office/officeart/2005/8/layout/chevron2"/>
    <dgm:cxn modelId="{CA5135E5-0829-41A2-AAB3-607E08850622}" type="presParOf" srcId="{870E73DC-4688-44FC-9C9B-1CED900CB8DF}" destId="{58E53AC4-7C95-45D4-AF11-4156C5120917}" srcOrd="1" destOrd="0" presId="urn:microsoft.com/office/officeart/2005/8/layout/chevron2"/>
    <dgm:cxn modelId="{FA846734-F020-4721-9619-205DAE7A1F07}" type="presParOf" srcId="{6531FDB7-582E-4F16-B7DE-81CDA3638514}" destId="{2ABDC42B-CD61-488F-9C5B-CE7B28F73CFB}" srcOrd="3" destOrd="0" presId="urn:microsoft.com/office/officeart/2005/8/layout/chevron2"/>
    <dgm:cxn modelId="{C325C710-AFD5-4D77-8541-0DEE4BE49AF5}" type="presParOf" srcId="{6531FDB7-582E-4F16-B7DE-81CDA3638514}" destId="{A163F789-6B47-4758-B5CB-E38F21B37488}" srcOrd="4" destOrd="0" presId="urn:microsoft.com/office/officeart/2005/8/layout/chevron2"/>
    <dgm:cxn modelId="{43A79E17-72C9-4655-80ED-FEEA37BD99B9}" type="presParOf" srcId="{A163F789-6B47-4758-B5CB-E38F21B37488}" destId="{7F7F16EE-C5A9-48A0-AAFA-EF529982A550}" srcOrd="0" destOrd="0" presId="urn:microsoft.com/office/officeart/2005/8/layout/chevron2"/>
    <dgm:cxn modelId="{DC30F2F3-9507-4ED0-A0F6-A688EDC457CD}" type="presParOf" srcId="{A163F789-6B47-4758-B5CB-E38F21B37488}" destId="{95B4EAE0-69C9-4C28-BF63-C1370BD2C815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4D95FB-F447-464A-91CE-930B4E765A96}">
      <dsp:nvSpPr>
        <dsp:cNvPr id="0" name=""/>
        <dsp:cNvSpPr/>
      </dsp:nvSpPr>
      <dsp:spPr>
        <a:xfrm rot="5400000">
          <a:off x="-152519" y="152554"/>
          <a:ext cx="1016793" cy="7117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S1</a:t>
          </a:r>
          <a:endParaRPr lang="en-US" sz="2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1" y="355913"/>
        <a:ext cx="711755" cy="305038"/>
      </dsp:txXfrm>
    </dsp:sp>
    <dsp:sp modelId="{66D97BD2-4668-4166-B6A3-D4EB4BE37EBE}">
      <dsp:nvSpPr>
        <dsp:cNvPr id="0" name=""/>
        <dsp:cNvSpPr/>
      </dsp:nvSpPr>
      <dsp:spPr>
        <a:xfrm rot="5400000">
          <a:off x="4292619" y="-3580828"/>
          <a:ext cx="660915" cy="782264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Kiến</a:t>
          </a: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trúc</a:t>
          </a: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của</a:t>
          </a: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khách</a:t>
          </a: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sạn</a:t>
          </a: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InterContinental Hanoi Landmark72 </a:t>
          </a:r>
          <a:r>
            <a:rPr lang="en-US" sz="20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khá</a:t>
          </a: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ấn</a:t>
          </a: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tượng</a:t>
          </a: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và</a:t>
          </a: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ấm</a:t>
          </a: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cúng</a:t>
          </a: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711755" y="32299"/>
        <a:ext cx="7790381" cy="596389"/>
      </dsp:txXfrm>
    </dsp:sp>
    <dsp:sp modelId="{7F7F16EE-C5A9-48A0-AAFA-EF529982A550}">
      <dsp:nvSpPr>
        <dsp:cNvPr id="0" name=""/>
        <dsp:cNvSpPr/>
      </dsp:nvSpPr>
      <dsp:spPr>
        <a:xfrm rot="5400000">
          <a:off x="-152519" y="1018688"/>
          <a:ext cx="1016793" cy="7117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S2</a:t>
          </a:r>
          <a:endParaRPr lang="en-US" sz="2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1" y="1222047"/>
        <a:ext cx="711755" cy="305038"/>
      </dsp:txXfrm>
    </dsp:sp>
    <dsp:sp modelId="{95B4EAE0-69C9-4C28-BF63-C1370BD2C815}">
      <dsp:nvSpPr>
        <dsp:cNvPr id="0" name=""/>
        <dsp:cNvSpPr/>
      </dsp:nvSpPr>
      <dsp:spPr>
        <a:xfrm rot="5400000">
          <a:off x="4292619" y="-2714694"/>
          <a:ext cx="660915" cy="782264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Vị</a:t>
          </a: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trí</a:t>
          </a: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địa</a:t>
          </a: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lý</a:t>
          </a: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của</a:t>
          </a: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khách</a:t>
          </a: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sạn</a:t>
          </a: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rất</a:t>
          </a: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thuận</a:t>
          </a: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tiện</a:t>
          </a: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711755" y="898433"/>
        <a:ext cx="7790381" cy="596389"/>
      </dsp:txXfrm>
    </dsp:sp>
    <dsp:sp modelId="{D7F14044-DF51-44D1-BBB6-66E2B25A73BE}">
      <dsp:nvSpPr>
        <dsp:cNvPr id="0" name=""/>
        <dsp:cNvSpPr/>
      </dsp:nvSpPr>
      <dsp:spPr>
        <a:xfrm rot="5400000">
          <a:off x="-152519" y="1884822"/>
          <a:ext cx="1016793" cy="7117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S3</a:t>
          </a:r>
          <a:endParaRPr lang="en-US" sz="2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1" y="2088181"/>
        <a:ext cx="711755" cy="305038"/>
      </dsp:txXfrm>
    </dsp:sp>
    <dsp:sp modelId="{D35DC872-A93D-42D8-9F93-95D90F28F1B1}">
      <dsp:nvSpPr>
        <dsp:cNvPr id="0" name=""/>
        <dsp:cNvSpPr/>
      </dsp:nvSpPr>
      <dsp:spPr>
        <a:xfrm rot="5400000">
          <a:off x="4292619" y="-1848560"/>
          <a:ext cx="660915" cy="782264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smtClean="0">
              <a:latin typeface="Times New Roman" panose="02020603050405020304" pitchFamily="18" charset="0"/>
              <a:cs typeface="Times New Roman" panose="02020603050405020304" pitchFamily="18" charset="0"/>
            </a:rPr>
            <a:t>Lực lượng nhân viên trẻ trung và giàu kinh nghiệm có kiến thức chuyển môn cao</a:t>
          </a:r>
          <a:endParaRPr lang="en-US" sz="2000" kern="1200"/>
        </a:p>
      </dsp:txBody>
      <dsp:txXfrm rot="-5400000">
        <a:off x="711755" y="1764567"/>
        <a:ext cx="7790381" cy="596389"/>
      </dsp:txXfrm>
    </dsp:sp>
    <dsp:sp modelId="{46C5815B-DCB5-4948-B77E-62BECD98B080}">
      <dsp:nvSpPr>
        <dsp:cNvPr id="0" name=""/>
        <dsp:cNvSpPr/>
      </dsp:nvSpPr>
      <dsp:spPr>
        <a:xfrm rot="5400000">
          <a:off x="-152519" y="2750956"/>
          <a:ext cx="1016793" cy="7117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S4</a:t>
          </a:r>
          <a:endParaRPr lang="en-US" sz="2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1" y="2954315"/>
        <a:ext cx="711755" cy="305038"/>
      </dsp:txXfrm>
    </dsp:sp>
    <dsp:sp modelId="{B055F55C-5F48-4F58-96F8-592F504AC416}">
      <dsp:nvSpPr>
        <dsp:cNvPr id="0" name=""/>
        <dsp:cNvSpPr/>
      </dsp:nvSpPr>
      <dsp:spPr>
        <a:xfrm rot="5400000">
          <a:off x="4292619" y="-982426"/>
          <a:ext cx="660915" cy="782264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Khách</a:t>
          </a: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sạn</a:t>
          </a: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có</a:t>
          </a: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nhiều</a:t>
          </a: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tiện</a:t>
          </a: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nghi</a:t>
          </a: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đạt</a:t>
          </a: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tiêu</a:t>
          </a: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chuẩn</a:t>
          </a: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quốc</a:t>
          </a: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tế</a:t>
          </a: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711755" y="2630701"/>
        <a:ext cx="7790381" cy="5963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4D95FB-F447-464A-91CE-930B4E765A96}">
      <dsp:nvSpPr>
        <dsp:cNvPr id="0" name=""/>
        <dsp:cNvSpPr/>
      </dsp:nvSpPr>
      <dsp:spPr>
        <a:xfrm rot="5400000">
          <a:off x="-152519" y="152554"/>
          <a:ext cx="1016793" cy="7117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vi-VN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S5</a:t>
          </a:r>
          <a:endParaRPr lang="vi-VN" sz="2100" kern="1200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1" y="355913"/>
        <a:ext cx="711755" cy="305038"/>
      </dsp:txXfrm>
    </dsp:sp>
    <dsp:sp modelId="{66D97BD2-4668-4166-B6A3-D4EB4BE37EBE}">
      <dsp:nvSpPr>
        <dsp:cNvPr id="0" name=""/>
        <dsp:cNvSpPr/>
      </dsp:nvSpPr>
      <dsp:spPr>
        <a:xfrm rot="5400000">
          <a:off x="4292619" y="-3580828"/>
          <a:ext cx="660915" cy="782264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vi-VN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Khách sạn có rất nhiều dịch vụ tiện nghi có thể đáp ứng tất cả các yêu cầu của du khách.</a:t>
          </a:r>
          <a:endParaRPr lang="vi-VN" sz="2100" kern="1200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711755" y="32299"/>
        <a:ext cx="7790381" cy="596389"/>
      </dsp:txXfrm>
    </dsp:sp>
    <dsp:sp modelId="{7F7F16EE-C5A9-48A0-AAFA-EF529982A550}">
      <dsp:nvSpPr>
        <dsp:cNvPr id="0" name=""/>
        <dsp:cNvSpPr/>
      </dsp:nvSpPr>
      <dsp:spPr>
        <a:xfrm rot="5400000">
          <a:off x="-152519" y="1018688"/>
          <a:ext cx="1016793" cy="7117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vi-VN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S6</a:t>
          </a:r>
          <a:endParaRPr lang="vi-VN" sz="2100" kern="1200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1" y="1222047"/>
        <a:ext cx="711755" cy="305038"/>
      </dsp:txXfrm>
    </dsp:sp>
    <dsp:sp modelId="{95B4EAE0-69C9-4C28-BF63-C1370BD2C815}">
      <dsp:nvSpPr>
        <dsp:cNvPr id="0" name=""/>
        <dsp:cNvSpPr/>
      </dsp:nvSpPr>
      <dsp:spPr>
        <a:xfrm rot="5400000">
          <a:off x="4292619" y="-2714694"/>
          <a:ext cx="660915" cy="782264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vi-VN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Khách sạn đạt tiêu chuẩn quốc tế cung cấp những dịch vụ cao cấp và được chọn để đăng cai nhiều sự kiện mang tầm quốc tế.</a:t>
          </a:r>
          <a:endParaRPr lang="vi-VN" sz="2100" kern="1200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711755" y="898433"/>
        <a:ext cx="7790381" cy="596389"/>
      </dsp:txXfrm>
    </dsp:sp>
    <dsp:sp modelId="{D7F14044-DF51-44D1-BBB6-66E2B25A73BE}">
      <dsp:nvSpPr>
        <dsp:cNvPr id="0" name=""/>
        <dsp:cNvSpPr/>
      </dsp:nvSpPr>
      <dsp:spPr>
        <a:xfrm rot="5400000">
          <a:off x="-152519" y="1884822"/>
          <a:ext cx="1016793" cy="7117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vi-VN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S7</a:t>
          </a:r>
          <a:endParaRPr lang="vi-VN" sz="2100" kern="1200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1" y="2088181"/>
        <a:ext cx="711755" cy="305038"/>
      </dsp:txXfrm>
    </dsp:sp>
    <dsp:sp modelId="{D35DC872-A93D-42D8-9F93-95D90F28F1B1}">
      <dsp:nvSpPr>
        <dsp:cNvPr id="0" name=""/>
        <dsp:cNvSpPr/>
      </dsp:nvSpPr>
      <dsp:spPr>
        <a:xfrm rot="5400000">
          <a:off x="4292619" y="-1848560"/>
          <a:ext cx="660915" cy="782264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vi-VN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Hoạt động quảng bá sản phẩm của khách sạn rất mạnh.</a:t>
          </a:r>
          <a:endParaRPr lang="vi-VN" sz="2100" kern="1200" noProof="0" dirty="0"/>
        </a:p>
      </dsp:txBody>
      <dsp:txXfrm rot="-5400000">
        <a:off x="711755" y="1764567"/>
        <a:ext cx="7790381" cy="596389"/>
      </dsp:txXfrm>
    </dsp:sp>
    <dsp:sp modelId="{46C5815B-DCB5-4948-B77E-62BECD98B080}">
      <dsp:nvSpPr>
        <dsp:cNvPr id="0" name=""/>
        <dsp:cNvSpPr/>
      </dsp:nvSpPr>
      <dsp:spPr>
        <a:xfrm rot="5400000">
          <a:off x="-152519" y="2750956"/>
          <a:ext cx="1016793" cy="7117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vi-VN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S8</a:t>
          </a:r>
          <a:endParaRPr lang="vi-VN" sz="2100" kern="1200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1" y="2954315"/>
        <a:ext cx="711755" cy="305038"/>
      </dsp:txXfrm>
    </dsp:sp>
    <dsp:sp modelId="{B055F55C-5F48-4F58-96F8-592F504AC416}">
      <dsp:nvSpPr>
        <dsp:cNvPr id="0" name=""/>
        <dsp:cNvSpPr/>
      </dsp:nvSpPr>
      <dsp:spPr>
        <a:xfrm rot="5400000">
          <a:off x="4292619" y="-982426"/>
          <a:ext cx="660915" cy="782264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vi-VN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Là điểm trung chuyển duy khách lớn nhất của Việt Nam ở khu vực Hà Nội.</a:t>
          </a:r>
          <a:endParaRPr lang="vi-VN" sz="2100" kern="1200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711755" y="2630701"/>
        <a:ext cx="7790381" cy="59638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4D95FB-F447-464A-91CE-930B4E765A96}">
      <dsp:nvSpPr>
        <dsp:cNvPr id="0" name=""/>
        <dsp:cNvSpPr/>
      </dsp:nvSpPr>
      <dsp:spPr>
        <a:xfrm rot="5400000">
          <a:off x="-152519" y="152554"/>
          <a:ext cx="1016793" cy="7117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vi-VN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W1</a:t>
          </a:r>
          <a:endParaRPr lang="vi-VN" sz="2100" kern="1200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1" y="355913"/>
        <a:ext cx="711755" cy="305038"/>
      </dsp:txXfrm>
    </dsp:sp>
    <dsp:sp modelId="{66D97BD2-4668-4166-B6A3-D4EB4BE37EBE}">
      <dsp:nvSpPr>
        <dsp:cNvPr id="0" name=""/>
        <dsp:cNvSpPr/>
      </dsp:nvSpPr>
      <dsp:spPr>
        <a:xfrm rot="5400000">
          <a:off x="4292619" y="-3580828"/>
          <a:ext cx="660915" cy="782264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vi-VN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Cơ chế tuyển dụng nhân viên còn nhiều hạn chế.</a:t>
          </a:r>
          <a:endParaRPr lang="vi-VN" sz="2100" kern="1200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711755" y="32299"/>
        <a:ext cx="7790381" cy="596389"/>
      </dsp:txXfrm>
    </dsp:sp>
    <dsp:sp modelId="{7F7F16EE-C5A9-48A0-AAFA-EF529982A550}">
      <dsp:nvSpPr>
        <dsp:cNvPr id="0" name=""/>
        <dsp:cNvSpPr/>
      </dsp:nvSpPr>
      <dsp:spPr>
        <a:xfrm rot="5400000">
          <a:off x="-152519" y="1018688"/>
          <a:ext cx="1016793" cy="7117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vi-VN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W2</a:t>
          </a:r>
          <a:endParaRPr lang="vi-VN" sz="2100" kern="1200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1" y="1222047"/>
        <a:ext cx="711755" cy="305038"/>
      </dsp:txXfrm>
    </dsp:sp>
    <dsp:sp modelId="{95B4EAE0-69C9-4C28-BF63-C1370BD2C815}">
      <dsp:nvSpPr>
        <dsp:cNvPr id="0" name=""/>
        <dsp:cNvSpPr/>
      </dsp:nvSpPr>
      <dsp:spPr>
        <a:xfrm rot="5400000">
          <a:off x="4292619" y="-2714694"/>
          <a:ext cx="660915" cy="782264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vi-VN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Giá các sản phẩm dịch vụ còn khá cao so với chất lượng của chúng.</a:t>
          </a:r>
          <a:endParaRPr lang="vi-VN" sz="2100" kern="1200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711755" y="898433"/>
        <a:ext cx="7790381" cy="596389"/>
      </dsp:txXfrm>
    </dsp:sp>
    <dsp:sp modelId="{D7F14044-DF51-44D1-BBB6-66E2B25A73BE}">
      <dsp:nvSpPr>
        <dsp:cNvPr id="0" name=""/>
        <dsp:cNvSpPr/>
      </dsp:nvSpPr>
      <dsp:spPr>
        <a:xfrm rot="5400000">
          <a:off x="-152519" y="1884822"/>
          <a:ext cx="1016793" cy="7117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vi-VN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W3</a:t>
          </a:r>
          <a:endParaRPr lang="vi-VN" sz="2100" kern="1200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1" y="2088181"/>
        <a:ext cx="711755" cy="305038"/>
      </dsp:txXfrm>
    </dsp:sp>
    <dsp:sp modelId="{D35DC872-A93D-42D8-9F93-95D90F28F1B1}">
      <dsp:nvSpPr>
        <dsp:cNvPr id="0" name=""/>
        <dsp:cNvSpPr/>
      </dsp:nvSpPr>
      <dsp:spPr>
        <a:xfrm rot="5400000">
          <a:off x="4292619" y="-1848560"/>
          <a:ext cx="660915" cy="782264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vi-VN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Khách sạn nằm ở vị trí trung tâm thành phố nên có rất nhiều đối thủ cạnh tranh lớn.</a:t>
          </a:r>
          <a:endParaRPr lang="vi-VN" sz="2100" kern="1200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711755" y="1764567"/>
        <a:ext cx="7790381" cy="596389"/>
      </dsp:txXfrm>
    </dsp:sp>
    <dsp:sp modelId="{46C5815B-DCB5-4948-B77E-62BECD98B080}">
      <dsp:nvSpPr>
        <dsp:cNvPr id="0" name=""/>
        <dsp:cNvSpPr/>
      </dsp:nvSpPr>
      <dsp:spPr>
        <a:xfrm rot="5400000">
          <a:off x="-152519" y="2750956"/>
          <a:ext cx="1016793" cy="7117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vi-VN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W4</a:t>
          </a:r>
          <a:endParaRPr lang="vi-VN" sz="2100" kern="1200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1" y="2954315"/>
        <a:ext cx="711755" cy="305038"/>
      </dsp:txXfrm>
    </dsp:sp>
    <dsp:sp modelId="{B055F55C-5F48-4F58-96F8-592F504AC416}">
      <dsp:nvSpPr>
        <dsp:cNvPr id="0" name=""/>
        <dsp:cNvSpPr/>
      </dsp:nvSpPr>
      <dsp:spPr>
        <a:xfrm rot="5400000">
          <a:off x="4292619" y="-982426"/>
          <a:ext cx="660915" cy="782264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vi-VN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Là một khách sạn trẻ vừa mới thành lập, vị trí của khách sạn trên thị trường cũng như trong lòng khách du lịch vẫn chưa được vững chắc. </a:t>
          </a:r>
          <a:endParaRPr lang="vi-VN" sz="2100" kern="1200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711755" y="2630701"/>
        <a:ext cx="7790381" cy="59638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4D95FB-F447-464A-91CE-930B4E765A96}">
      <dsp:nvSpPr>
        <dsp:cNvPr id="0" name=""/>
        <dsp:cNvSpPr/>
      </dsp:nvSpPr>
      <dsp:spPr>
        <a:xfrm rot="5400000">
          <a:off x="-152519" y="152554"/>
          <a:ext cx="1016793" cy="7117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O1</a:t>
          </a:r>
          <a:endParaRPr lang="vi-VN" sz="2100" kern="1200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1" y="355913"/>
        <a:ext cx="711755" cy="305038"/>
      </dsp:txXfrm>
    </dsp:sp>
    <dsp:sp modelId="{66D97BD2-4668-4166-B6A3-D4EB4BE37EBE}">
      <dsp:nvSpPr>
        <dsp:cNvPr id="0" name=""/>
        <dsp:cNvSpPr/>
      </dsp:nvSpPr>
      <dsp:spPr>
        <a:xfrm rot="5400000">
          <a:off x="4292619" y="-3580864"/>
          <a:ext cx="660915" cy="782264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Xu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hướng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toàn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cầu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hóa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và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hội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nhập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kinh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tế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quốc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tế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ngày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càng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được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tăng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cường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. </a:t>
          </a:r>
          <a:endParaRPr lang="vi-VN" sz="2100" kern="1200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711755" y="32263"/>
        <a:ext cx="7790381" cy="596389"/>
      </dsp:txXfrm>
    </dsp:sp>
    <dsp:sp modelId="{7F7F16EE-C5A9-48A0-AAFA-EF529982A550}">
      <dsp:nvSpPr>
        <dsp:cNvPr id="0" name=""/>
        <dsp:cNvSpPr/>
      </dsp:nvSpPr>
      <dsp:spPr>
        <a:xfrm rot="5400000">
          <a:off x="-152519" y="1018688"/>
          <a:ext cx="1016793" cy="7117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O2</a:t>
          </a:r>
          <a:endParaRPr lang="vi-VN" sz="2100" kern="1200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1" y="1222047"/>
        <a:ext cx="711755" cy="305038"/>
      </dsp:txXfrm>
    </dsp:sp>
    <dsp:sp modelId="{95B4EAE0-69C9-4C28-BF63-C1370BD2C815}">
      <dsp:nvSpPr>
        <dsp:cNvPr id="0" name=""/>
        <dsp:cNvSpPr/>
      </dsp:nvSpPr>
      <dsp:spPr>
        <a:xfrm rot="5400000">
          <a:off x="4292619" y="-2714694"/>
          <a:ext cx="660915" cy="782264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Ngày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nay,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Hà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Nội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là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địa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điểm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giao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lưu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lớn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nhất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của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Việt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Nam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và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các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nước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trên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thế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giới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vi-VN" sz="2100" kern="1200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711755" y="898433"/>
        <a:ext cx="7790381" cy="596389"/>
      </dsp:txXfrm>
    </dsp:sp>
    <dsp:sp modelId="{D7F14044-DF51-44D1-BBB6-66E2B25A73BE}">
      <dsp:nvSpPr>
        <dsp:cNvPr id="0" name=""/>
        <dsp:cNvSpPr/>
      </dsp:nvSpPr>
      <dsp:spPr>
        <a:xfrm rot="5400000">
          <a:off x="-152519" y="1884822"/>
          <a:ext cx="1016793" cy="7117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O3</a:t>
          </a:r>
          <a:endParaRPr lang="vi-VN" sz="2100" kern="1200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1" y="2088181"/>
        <a:ext cx="711755" cy="305038"/>
      </dsp:txXfrm>
    </dsp:sp>
    <dsp:sp modelId="{D35DC872-A93D-42D8-9F93-95D90F28F1B1}">
      <dsp:nvSpPr>
        <dsp:cNvPr id="0" name=""/>
        <dsp:cNvSpPr/>
      </dsp:nvSpPr>
      <dsp:spPr>
        <a:xfrm rot="5400000">
          <a:off x="4292619" y="-1848560"/>
          <a:ext cx="660915" cy="782264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Là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một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trong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những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điểm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tập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trung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nhiều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khách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du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lịch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nhất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cả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nước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vi-VN" sz="2100" kern="1200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711755" y="1764567"/>
        <a:ext cx="7790381" cy="596389"/>
      </dsp:txXfrm>
    </dsp:sp>
    <dsp:sp modelId="{46C5815B-DCB5-4948-B77E-62BECD98B080}">
      <dsp:nvSpPr>
        <dsp:cNvPr id="0" name=""/>
        <dsp:cNvSpPr/>
      </dsp:nvSpPr>
      <dsp:spPr>
        <a:xfrm rot="5400000">
          <a:off x="-152519" y="2750956"/>
          <a:ext cx="1016793" cy="7117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O4</a:t>
          </a:r>
          <a:endParaRPr lang="vi-VN" sz="2100" kern="1200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1" y="2954315"/>
        <a:ext cx="711755" cy="305038"/>
      </dsp:txXfrm>
    </dsp:sp>
    <dsp:sp modelId="{B055F55C-5F48-4F58-96F8-592F504AC416}">
      <dsp:nvSpPr>
        <dsp:cNvPr id="0" name=""/>
        <dsp:cNvSpPr/>
      </dsp:nvSpPr>
      <dsp:spPr>
        <a:xfrm rot="5400000">
          <a:off x="4292619" y="-982426"/>
          <a:ext cx="660915" cy="782264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Bộ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văn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hóa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thể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thao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và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du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lịch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Hà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Nội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tổ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chức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rất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nhiều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kế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hoạch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nhằm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mục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đích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kích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cầu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du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lịch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tại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Hà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Nội</a:t>
          </a:r>
          <a:r>
            <a:rPr lang="en-US" sz="21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vi-VN" sz="2100" kern="1200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711755" y="2630701"/>
        <a:ext cx="7790381" cy="59638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4D95FB-F447-464A-91CE-930B4E765A96}">
      <dsp:nvSpPr>
        <dsp:cNvPr id="0" name=""/>
        <dsp:cNvSpPr/>
      </dsp:nvSpPr>
      <dsp:spPr>
        <a:xfrm rot="5400000">
          <a:off x="-122994" y="123703"/>
          <a:ext cx="819966" cy="57397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O5</a:t>
          </a:r>
          <a:endParaRPr lang="vi-VN" sz="1700" kern="1200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1" y="287696"/>
        <a:ext cx="573976" cy="245990"/>
      </dsp:txXfrm>
    </dsp:sp>
    <dsp:sp modelId="{66D97BD2-4668-4166-B6A3-D4EB4BE37EBE}">
      <dsp:nvSpPr>
        <dsp:cNvPr id="0" name=""/>
        <dsp:cNvSpPr/>
      </dsp:nvSpPr>
      <dsp:spPr>
        <a:xfrm rot="5400000">
          <a:off x="4287699" y="-3713722"/>
          <a:ext cx="532978" cy="796042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Thành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phố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Hà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Nội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là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nơi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tập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trung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nhiều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trung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tâm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vui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chơi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giải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trí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trung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tâm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thương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mại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đáp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ứng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đầy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đủ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nhu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cầu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của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khách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hàng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vi-VN" sz="1700" kern="1200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573977" y="26018"/>
        <a:ext cx="7934405" cy="480942"/>
      </dsp:txXfrm>
    </dsp:sp>
    <dsp:sp modelId="{7F7F16EE-C5A9-48A0-AAFA-EF529982A550}">
      <dsp:nvSpPr>
        <dsp:cNvPr id="0" name=""/>
        <dsp:cNvSpPr/>
      </dsp:nvSpPr>
      <dsp:spPr>
        <a:xfrm rot="5400000">
          <a:off x="-122994" y="822174"/>
          <a:ext cx="819966" cy="57397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O6</a:t>
          </a:r>
          <a:endParaRPr lang="vi-VN" sz="1700" kern="1200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1" y="986167"/>
        <a:ext cx="573976" cy="245990"/>
      </dsp:txXfrm>
    </dsp:sp>
    <dsp:sp modelId="{95B4EAE0-69C9-4C28-BF63-C1370BD2C815}">
      <dsp:nvSpPr>
        <dsp:cNvPr id="0" name=""/>
        <dsp:cNvSpPr/>
      </dsp:nvSpPr>
      <dsp:spPr>
        <a:xfrm rot="5400000">
          <a:off x="4287699" y="-3014543"/>
          <a:ext cx="532978" cy="796042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Xu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hướng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toàn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cầu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hóa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và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hội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nhập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kinh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tế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ngày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càng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được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tăng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cường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vi-VN" sz="1700" kern="1200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573977" y="725197"/>
        <a:ext cx="7934405" cy="480942"/>
      </dsp:txXfrm>
    </dsp:sp>
    <dsp:sp modelId="{D7F14044-DF51-44D1-BBB6-66E2B25A73BE}">
      <dsp:nvSpPr>
        <dsp:cNvPr id="0" name=""/>
        <dsp:cNvSpPr/>
      </dsp:nvSpPr>
      <dsp:spPr>
        <a:xfrm rot="5400000">
          <a:off x="-122994" y="1520645"/>
          <a:ext cx="819966" cy="57397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O7</a:t>
          </a:r>
          <a:endParaRPr lang="vi-VN" sz="1700" kern="1200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1" y="1684638"/>
        <a:ext cx="573976" cy="245990"/>
      </dsp:txXfrm>
    </dsp:sp>
    <dsp:sp modelId="{D35DC872-A93D-42D8-9F93-95D90F28F1B1}">
      <dsp:nvSpPr>
        <dsp:cNvPr id="0" name=""/>
        <dsp:cNvSpPr/>
      </dsp:nvSpPr>
      <dsp:spPr>
        <a:xfrm rot="5400000">
          <a:off x="4287699" y="-2316072"/>
          <a:ext cx="532978" cy="796042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Môi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trường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chính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trị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pháp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luật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xã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hội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ổn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định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, an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toàn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vi-VN" sz="1700" kern="1200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573977" y="1423668"/>
        <a:ext cx="7934405" cy="480942"/>
      </dsp:txXfrm>
    </dsp:sp>
    <dsp:sp modelId="{46C5815B-DCB5-4948-B77E-62BECD98B080}">
      <dsp:nvSpPr>
        <dsp:cNvPr id="0" name=""/>
        <dsp:cNvSpPr/>
      </dsp:nvSpPr>
      <dsp:spPr>
        <a:xfrm rot="5400000">
          <a:off x="-122994" y="2219115"/>
          <a:ext cx="819966" cy="57397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O8</a:t>
          </a:r>
          <a:endParaRPr lang="vi-VN" sz="1700" kern="1200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1" y="2383108"/>
        <a:ext cx="573976" cy="245990"/>
      </dsp:txXfrm>
    </dsp:sp>
    <dsp:sp modelId="{B055F55C-5F48-4F58-96F8-592F504AC416}">
      <dsp:nvSpPr>
        <dsp:cNvPr id="0" name=""/>
        <dsp:cNvSpPr/>
      </dsp:nvSpPr>
      <dsp:spPr>
        <a:xfrm rot="5400000">
          <a:off x="4287699" y="-1617601"/>
          <a:ext cx="532978" cy="796042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noProof="0" smtClean="0">
              <a:latin typeface="Times New Roman" panose="02020603050405020304" pitchFamily="18" charset="0"/>
              <a:cs typeface="Times New Roman" panose="02020603050405020304" pitchFamily="18" charset="0"/>
            </a:rPr>
            <a:t>Hà Nội là nơi tập trung nhiều nguồn nhân lực trẻ.</a:t>
          </a:r>
          <a:endParaRPr lang="en-US" sz="1700" kern="1200"/>
        </a:p>
      </dsp:txBody>
      <dsp:txXfrm rot="-5400000">
        <a:off x="573977" y="2122139"/>
        <a:ext cx="7934405" cy="480942"/>
      </dsp:txXfrm>
    </dsp:sp>
    <dsp:sp modelId="{3710F188-165D-4D43-8D63-1D17C9D5CF65}">
      <dsp:nvSpPr>
        <dsp:cNvPr id="0" name=""/>
        <dsp:cNvSpPr/>
      </dsp:nvSpPr>
      <dsp:spPr>
        <a:xfrm rot="5400000">
          <a:off x="-122994" y="2917586"/>
          <a:ext cx="819966" cy="57397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O9</a:t>
          </a:r>
          <a:endParaRPr lang="vi-VN" sz="1700" kern="1200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1" y="3081579"/>
        <a:ext cx="573976" cy="245990"/>
      </dsp:txXfrm>
    </dsp:sp>
    <dsp:sp modelId="{D52406E5-F9D9-42ED-B476-D57BFED7A846}">
      <dsp:nvSpPr>
        <dsp:cNvPr id="0" name=""/>
        <dsp:cNvSpPr/>
      </dsp:nvSpPr>
      <dsp:spPr>
        <a:xfrm rot="5400000">
          <a:off x="4287699" y="-919130"/>
          <a:ext cx="532978" cy="796042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Điều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kiện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kinh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tế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và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đời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sống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vật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chất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của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con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người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ngày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càng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phát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7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triển</a:t>
          </a:r>
          <a:r>
            <a:rPr lang="en-US" sz="1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vi-VN" sz="1700" kern="1200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573977" y="2820610"/>
        <a:ext cx="7934405" cy="48094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4D95FB-F447-464A-91CE-930B4E765A96}">
      <dsp:nvSpPr>
        <dsp:cNvPr id="0" name=""/>
        <dsp:cNvSpPr/>
      </dsp:nvSpPr>
      <dsp:spPr>
        <a:xfrm rot="5400000">
          <a:off x="-200446" y="201621"/>
          <a:ext cx="1336307" cy="93541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T1</a:t>
          </a:r>
          <a:endParaRPr lang="vi-VN" sz="2700" kern="1200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1" y="468883"/>
        <a:ext cx="935415" cy="400892"/>
      </dsp:txXfrm>
    </dsp:sp>
    <dsp:sp modelId="{66D97BD2-4668-4166-B6A3-D4EB4BE37EBE}">
      <dsp:nvSpPr>
        <dsp:cNvPr id="0" name=""/>
        <dsp:cNvSpPr/>
      </dsp:nvSpPr>
      <dsp:spPr>
        <a:xfrm rot="5400000">
          <a:off x="4300607" y="-3365192"/>
          <a:ext cx="868599" cy="759898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7780" rIns="17780" bIns="177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Tình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hình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kinh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tế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hiện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nay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không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ổn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định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vi-VN" sz="2800" kern="1200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935415" y="42402"/>
        <a:ext cx="7556582" cy="783795"/>
      </dsp:txXfrm>
    </dsp:sp>
    <dsp:sp modelId="{7F7F16EE-C5A9-48A0-AAFA-EF529982A550}">
      <dsp:nvSpPr>
        <dsp:cNvPr id="0" name=""/>
        <dsp:cNvSpPr/>
      </dsp:nvSpPr>
      <dsp:spPr>
        <a:xfrm rot="5400000">
          <a:off x="-200446" y="1339925"/>
          <a:ext cx="1336307" cy="93541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T2</a:t>
          </a:r>
          <a:endParaRPr lang="vi-VN" sz="2700" kern="1200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1" y="1607187"/>
        <a:ext cx="935415" cy="400892"/>
      </dsp:txXfrm>
    </dsp:sp>
    <dsp:sp modelId="{95B4EAE0-69C9-4C28-BF63-C1370BD2C815}">
      <dsp:nvSpPr>
        <dsp:cNvPr id="0" name=""/>
        <dsp:cNvSpPr/>
      </dsp:nvSpPr>
      <dsp:spPr>
        <a:xfrm rot="5400000">
          <a:off x="4300607" y="-2225712"/>
          <a:ext cx="868599" cy="759898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7780" rIns="17780" bIns="177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Khủng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hoảng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kinh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tế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toàn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cầu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làm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cho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du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khách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cân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nhắc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hơn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trong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việc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đi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du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lịch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vi-VN" sz="2800" kern="1200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935415" y="1181882"/>
        <a:ext cx="7556582" cy="783795"/>
      </dsp:txXfrm>
    </dsp:sp>
    <dsp:sp modelId="{D7F14044-DF51-44D1-BBB6-66E2B25A73BE}">
      <dsp:nvSpPr>
        <dsp:cNvPr id="0" name=""/>
        <dsp:cNvSpPr/>
      </dsp:nvSpPr>
      <dsp:spPr>
        <a:xfrm rot="5400000">
          <a:off x="-200446" y="2478230"/>
          <a:ext cx="1336307" cy="93541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T3</a:t>
          </a:r>
          <a:endParaRPr lang="vi-VN" sz="2700" kern="1200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1" y="2745492"/>
        <a:ext cx="935415" cy="400892"/>
      </dsp:txXfrm>
    </dsp:sp>
    <dsp:sp modelId="{D35DC872-A93D-42D8-9F93-95D90F28F1B1}">
      <dsp:nvSpPr>
        <dsp:cNvPr id="0" name=""/>
        <dsp:cNvSpPr/>
      </dsp:nvSpPr>
      <dsp:spPr>
        <a:xfrm rot="5400000">
          <a:off x="4300607" y="-1087408"/>
          <a:ext cx="868599" cy="759898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7780" rIns="17780" bIns="177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Là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một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khách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sạn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mới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thành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lập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nên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chưa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thu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hút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được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nhiều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khách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du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lịch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vi-VN" sz="2800" kern="1200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935415" y="2320186"/>
        <a:ext cx="7556582" cy="78379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4D95FB-F447-464A-91CE-930B4E765A96}">
      <dsp:nvSpPr>
        <dsp:cNvPr id="0" name=""/>
        <dsp:cNvSpPr/>
      </dsp:nvSpPr>
      <dsp:spPr>
        <a:xfrm rot="5400000">
          <a:off x="-200446" y="201621"/>
          <a:ext cx="1336307" cy="93541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T4</a:t>
          </a:r>
          <a:endParaRPr lang="vi-VN" sz="2600" kern="1200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1" y="468883"/>
        <a:ext cx="935415" cy="400892"/>
      </dsp:txXfrm>
    </dsp:sp>
    <dsp:sp modelId="{66D97BD2-4668-4166-B6A3-D4EB4BE37EBE}">
      <dsp:nvSpPr>
        <dsp:cNvPr id="0" name=""/>
        <dsp:cNvSpPr/>
      </dsp:nvSpPr>
      <dsp:spPr>
        <a:xfrm rot="5400000">
          <a:off x="4300607" y="-3365192"/>
          <a:ext cx="868599" cy="759898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7780" rIns="17780" bIns="177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Do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nằm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ở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vị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trí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trung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tâm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thành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phố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Hà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Nội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nên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có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rất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nhiều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đối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thủ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cạnh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tranh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lớn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vi-VN" sz="2800" kern="1200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935415" y="42402"/>
        <a:ext cx="7556582" cy="783795"/>
      </dsp:txXfrm>
    </dsp:sp>
    <dsp:sp modelId="{106D464F-0E14-4B1C-86C7-D2D4FAED5025}">
      <dsp:nvSpPr>
        <dsp:cNvPr id="0" name=""/>
        <dsp:cNvSpPr/>
      </dsp:nvSpPr>
      <dsp:spPr>
        <a:xfrm rot="5400000">
          <a:off x="-200446" y="1339925"/>
          <a:ext cx="1336307" cy="93541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noProof="0" smtClean="0">
              <a:latin typeface="Times New Roman" panose="02020603050405020304" pitchFamily="18" charset="0"/>
              <a:cs typeface="Times New Roman" panose="02020603050405020304" pitchFamily="18" charset="0"/>
            </a:rPr>
            <a:t>T5</a:t>
          </a:r>
          <a:endParaRPr lang="en-US" sz="2600" kern="1200"/>
        </a:p>
      </dsp:txBody>
      <dsp:txXfrm rot="-5400000">
        <a:off x="1" y="1607187"/>
        <a:ext cx="935415" cy="400892"/>
      </dsp:txXfrm>
    </dsp:sp>
    <dsp:sp modelId="{58E53AC4-7C95-45D4-AF11-4156C5120917}">
      <dsp:nvSpPr>
        <dsp:cNvPr id="0" name=""/>
        <dsp:cNvSpPr/>
      </dsp:nvSpPr>
      <dsp:spPr>
        <a:xfrm rot="5400000">
          <a:off x="4300607" y="-2225712"/>
          <a:ext cx="868599" cy="759898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7780" rIns="17780" bIns="177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Khoa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học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công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nghệ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ngày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càng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phát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triển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nên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nguy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cơ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cạnh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tranh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khách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du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lịch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là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rất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lớn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vi-VN" sz="2800" kern="1200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935415" y="1181882"/>
        <a:ext cx="7556582" cy="783795"/>
      </dsp:txXfrm>
    </dsp:sp>
    <dsp:sp modelId="{7F7F16EE-C5A9-48A0-AAFA-EF529982A550}">
      <dsp:nvSpPr>
        <dsp:cNvPr id="0" name=""/>
        <dsp:cNvSpPr/>
      </dsp:nvSpPr>
      <dsp:spPr>
        <a:xfrm rot="5400000">
          <a:off x="-200446" y="2478230"/>
          <a:ext cx="1336307" cy="93541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T6</a:t>
          </a:r>
          <a:endParaRPr lang="vi-VN" sz="2600" kern="1200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1" y="2745492"/>
        <a:ext cx="935415" cy="400892"/>
      </dsp:txXfrm>
    </dsp:sp>
    <dsp:sp modelId="{95B4EAE0-69C9-4C28-BF63-C1370BD2C815}">
      <dsp:nvSpPr>
        <dsp:cNvPr id="0" name=""/>
        <dsp:cNvSpPr/>
      </dsp:nvSpPr>
      <dsp:spPr>
        <a:xfrm rot="5400000">
          <a:off x="4300607" y="-1087408"/>
          <a:ext cx="868599" cy="759898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7780" rIns="17780" bIns="177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Ngành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du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lịch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mang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tính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thời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vụ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nên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lượt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khách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không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ổn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noProof="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đinh</a:t>
          </a:r>
          <a:r>
            <a:rPr lang="en-US" sz="2800" kern="1200" noProof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vi-VN" sz="2800" kern="1200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935415" y="2320186"/>
        <a:ext cx="7556582" cy="7837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071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576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008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608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06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480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571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265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455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2063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025261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2346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440217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88288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423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2526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5495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8" name="Picture 4" descr="Káº¿t quáº£ hÃ¬nh áº£nh cho thá» trÆ°á»ng báº¥t Äá»ng sáº£n 2018 infographi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4044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95325"/>
            <a:ext cx="10850563" cy="2305050"/>
          </a:xfrm>
        </p:spPr>
        <p:txBody>
          <a:bodyPr>
            <a:normAutofit fontScale="90000"/>
          </a:bodyPr>
          <a:lstStyle/>
          <a:p>
            <a:pPr algn="ctr"/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Hoạch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ịnh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hiến Lược Trong Kinh Doanh Khác Sạn Intercontinental Hanoi Landmark72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93990" y="3653036"/>
            <a:ext cx="7739270" cy="1947333"/>
          </a:xfrm>
        </p:spPr>
        <p:txBody>
          <a:bodyPr>
            <a:noAutofit/>
          </a:bodyPr>
          <a:lstStyle/>
          <a:p>
            <a:r>
              <a:rPr lang="vi-VN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Lớp: Quản trị khách sạn 9b</a:t>
            </a:r>
          </a:p>
          <a:p>
            <a:r>
              <a:rPr lang="vi-VN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Giáo viên: Nguyễn Thị Hồng Ngọc</a:t>
            </a:r>
          </a:p>
          <a:p>
            <a:r>
              <a:rPr lang="vi-VN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Sinh viên: </a:t>
            </a:r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Cao Thị Hường</a:t>
            </a:r>
            <a:endParaRPr lang="en-US" sz="16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 Thị Trang Nhung</a:t>
            </a:r>
          </a:p>
          <a:p>
            <a:pPr lvl="2" algn="l"/>
            <a:r>
              <a:rPr lang="vi-V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Khà Thị Ánh Nguyệt</a:t>
            </a:r>
          </a:p>
          <a:p>
            <a:pPr lvl="2" algn="l"/>
            <a:r>
              <a:rPr lang="vi-V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Trần Thị Hoa</a:t>
            </a:r>
          </a:p>
          <a:p>
            <a:pPr lvl="2" algn="l"/>
            <a:r>
              <a:rPr lang="vi-V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Đoàn Công Tú</a:t>
            </a:r>
          </a:p>
          <a:p>
            <a:pPr lvl="2" algn="l"/>
            <a:r>
              <a:rPr lang="vi-V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Đinh Thế Khoa</a:t>
            </a:r>
            <a:endParaRPr lang="vi-V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640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685800"/>
            <a:ext cx="8534400" cy="150706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2498698"/>
            <a:ext cx="8534400" cy="3615267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2050" name="Picture 2" descr="SWOT Analysi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911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7638" y="661947"/>
            <a:ext cx="8534400" cy="729532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Mạnh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0011500"/>
              </p:ext>
            </p:extLst>
          </p:nvPr>
        </p:nvGraphicFramePr>
        <p:xfrm>
          <a:off x="1757638" y="2061377"/>
          <a:ext cx="8534400" cy="36152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91339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7638" y="661947"/>
            <a:ext cx="8534400" cy="729532"/>
          </a:xfrm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4871747"/>
              </p:ext>
            </p:extLst>
          </p:nvPr>
        </p:nvGraphicFramePr>
        <p:xfrm>
          <a:off x="1757638" y="2061377"/>
          <a:ext cx="8534400" cy="36152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64125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7638" y="661947"/>
            <a:ext cx="8534400" cy="72953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Yếu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7088441"/>
              </p:ext>
            </p:extLst>
          </p:nvPr>
        </p:nvGraphicFramePr>
        <p:xfrm>
          <a:off x="1757638" y="2061377"/>
          <a:ext cx="8534400" cy="36152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08292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7638" y="661947"/>
            <a:ext cx="8534400" cy="729532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0144613"/>
              </p:ext>
            </p:extLst>
          </p:nvPr>
        </p:nvGraphicFramePr>
        <p:xfrm>
          <a:off x="1757638" y="2061377"/>
          <a:ext cx="8534400" cy="36152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03743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7638" y="661947"/>
            <a:ext cx="8534400" cy="729532"/>
          </a:xfrm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2963512"/>
              </p:ext>
            </p:extLst>
          </p:nvPr>
        </p:nvGraphicFramePr>
        <p:xfrm>
          <a:off x="1757638" y="2061377"/>
          <a:ext cx="8534400" cy="36152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14485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7638" y="661947"/>
            <a:ext cx="8534400" cy="729532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Thách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2954819"/>
              </p:ext>
            </p:extLst>
          </p:nvPr>
        </p:nvGraphicFramePr>
        <p:xfrm>
          <a:off x="1757638" y="2061377"/>
          <a:ext cx="8534400" cy="36152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04643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7638" y="661947"/>
            <a:ext cx="8534400" cy="729532"/>
          </a:xfrm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5818280"/>
              </p:ext>
            </p:extLst>
          </p:nvPr>
        </p:nvGraphicFramePr>
        <p:xfrm>
          <a:off x="1757638" y="2061377"/>
          <a:ext cx="8534400" cy="36152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59236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7638" y="661947"/>
            <a:ext cx="8534400" cy="729532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Chiến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Lược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S-O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1756" y="3576332"/>
            <a:ext cx="7744696" cy="2261573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Tận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mạnh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sạn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tầm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đẳng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5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thất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độc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đáo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thuận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lợi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càng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hang.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hang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lựa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2067214" y="2128715"/>
            <a:ext cx="564542" cy="453224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2705272" y="2579984"/>
            <a:ext cx="616292" cy="551621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4743280" y="2171824"/>
            <a:ext cx="556591" cy="453224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S6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3097604" y="2006851"/>
            <a:ext cx="556591" cy="453224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S3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4182666" y="1767675"/>
            <a:ext cx="556591" cy="453224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S5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3623252" y="2385872"/>
            <a:ext cx="620663" cy="551622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S4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5282933" y="1541281"/>
            <a:ext cx="698391" cy="612932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S8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283703" y="1225495"/>
            <a:ext cx="958598" cy="824948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O9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Cross 22"/>
          <p:cNvSpPr/>
          <p:nvPr/>
        </p:nvSpPr>
        <p:spPr>
          <a:xfrm>
            <a:off x="6374096" y="1447759"/>
            <a:ext cx="516835" cy="510126"/>
          </a:xfrm>
          <a:prstGeom prst="plus">
            <a:avLst>
              <a:gd name="adj" fmla="val 4058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Striped Right Arrow 23"/>
          <p:cNvSpPr/>
          <p:nvPr/>
        </p:nvSpPr>
        <p:spPr>
          <a:xfrm>
            <a:off x="1900863" y="3582709"/>
            <a:ext cx="675610" cy="456554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524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7638" y="661947"/>
            <a:ext cx="8534400" cy="729532"/>
          </a:xfrm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95492" y="3582709"/>
            <a:ext cx="7596546" cy="1041126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Tận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du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Hà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hoạch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kích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du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cường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bá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du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tận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tiện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chào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1" name="Oval 20"/>
          <p:cNvSpPr/>
          <p:nvPr/>
        </p:nvSpPr>
        <p:spPr>
          <a:xfrm>
            <a:off x="3924518" y="1773355"/>
            <a:ext cx="862168" cy="819758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S7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Cross 22"/>
          <p:cNvSpPr/>
          <p:nvPr/>
        </p:nvSpPr>
        <p:spPr>
          <a:xfrm>
            <a:off x="5399980" y="1868769"/>
            <a:ext cx="678577" cy="724343"/>
          </a:xfrm>
          <a:prstGeom prst="plus">
            <a:avLst>
              <a:gd name="adj" fmla="val 4058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2762579" y="1721175"/>
            <a:ext cx="672385" cy="692539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6805974" y="2011894"/>
            <a:ext cx="715961" cy="640359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979006" y="1542554"/>
            <a:ext cx="846941" cy="788168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O4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triped Right Arrow 4"/>
          <p:cNvSpPr/>
          <p:nvPr/>
        </p:nvSpPr>
        <p:spPr>
          <a:xfrm>
            <a:off x="1900863" y="3582709"/>
            <a:ext cx="675610" cy="456554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285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7638" y="661947"/>
            <a:ext cx="8534400" cy="729532"/>
          </a:xfrm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95492" y="3582709"/>
            <a:ext cx="7596546" cy="1041126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lợi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sạn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5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phòng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nghị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quốc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nơi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kiện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hút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tiệc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cưới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nghị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thảo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1" name="Oval 20"/>
          <p:cNvSpPr/>
          <p:nvPr/>
        </p:nvSpPr>
        <p:spPr>
          <a:xfrm>
            <a:off x="3924518" y="1773355"/>
            <a:ext cx="862168" cy="819758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S6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Cross 22"/>
          <p:cNvSpPr/>
          <p:nvPr/>
        </p:nvSpPr>
        <p:spPr>
          <a:xfrm>
            <a:off x="5399980" y="1868769"/>
            <a:ext cx="678577" cy="724343"/>
          </a:xfrm>
          <a:prstGeom prst="plus">
            <a:avLst>
              <a:gd name="adj" fmla="val 4058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2762579" y="1721175"/>
            <a:ext cx="672385" cy="692539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6805974" y="2011894"/>
            <a:ext cx="715961" cy="640359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O2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979006" y="1542554"/>
            <a:ext cx="846941" cy="788168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O7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triped Right Arrow 4"/>
          <p:cNvSpPr/>
          <p:nvPr/>
        </p:nvSpPr>
        <p:spPr>
          <a:xfrm>
            <a:off x="1900863" y="3582709"/>
            <a:ext cx="675610" cy="456554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791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7638" y="661947"/>
            <a:ext cx="8534400" cy="729532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Chiến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Lược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W- 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96328" y="2277767"/>
            <a:ext cx="4484535" cy="342331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mọi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tình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kinh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nâng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phù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hưởng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thụ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càng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du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cường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quảng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bá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chợ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du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quốc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Cross 22"/>
          <p:cNvSpPr/>
          <p:nvPr/>
        </p:nvSpPr>
        <p:spPr>
          <a:xfrm>
            <a:off x="2729558" y="3287877"/>
            <a:ext cx="563498" cy="581218"/>
          </a:xfrm>
          <a:prstGeom prst="plus">
            <a:avLst>
              <a:gd name="adj" fmla="val 4058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2619456" y="2277767"/>
            <a:ext cx="783703" cy="69253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W2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2619456" y="4256654"/>
            <a:ext cx="749833" cy="713123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O9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Arrow Callout 3"/>
          <p:cNvSpPr/>
          <p:nvPr/>
        </p:nvSpPr>
        <p:spPr>
          <a:xfrm>
            <a:off x="3923740" y="2277767"/>
            <a:ext cx="652007" cy="2692010"/>
          </a:xfrm>
          <a:prstGeom prst="rightArrowCallout">
            <a:avLst>
              <a:gd name="adj1" fmla="val 31185"/>
              <a:gd name="adj2" fmla="val 26031"/>
              <a:gd name="adj3" fmla="val 50290"/>
              <a:gd name="adj4" fmla="val 2149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279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7638" y="661947"/>
            <a:ext cx="8534400" cy="729532"/>
          </a:xfrm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96328" y="2277767"/>
            <a:ext cx="4484535" cy="317682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buNone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sâu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Cross 22"/>
          <p:cNvSpPr/>
          <p:nvPr/>
        </p:nvSpPr>
        <p:spPr>
          <a:xfrm>
            <a:off x="2729558" y="3287877"/>
            <a:ext cx="563498" cy="581218"/>
          </a:xfrm>
          <a:prstGeom prst="plus">
            <a:avLst>
              <a:gd name="adj" fmla="val 4058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2619456" y="2277767"/>
            <a:ext cx="783703" cy="69253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W4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2619456" y="4256654"/>
            <a:ext cx="749833" cy="713123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Arrow Callout 3"/>
          <p:cNvSpPr/>
          <p:nvPr/>
        </p:nvSpPr>
        <p:spPr>
          <a:xfrm>
            <a:off x="3923740" y="2277767"/>
            <a:ext cx="652007" cy="2692010"/>
          </a:xfrm>
          <a:prstGeom prst="rightArrowCallout">
            <a:avLst>
              <a:gd name="adj1" fmla="val 31185"/>
              <a:gd name="adj2" fmla="val 26031"/>
              <a:gd name="adj3" fmla="val 50290"/>
              <a:gd name="adj4" fmla="val 2149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849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7638" y="661947"/>
            <a:ext cx="8534400" cy="729532"/>
          </a:xfrm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95492" y="3582709"/>
            <a:ext cx="7596546" cy="104112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hút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đào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lực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chuyên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môn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Khắc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phục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quen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biết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tuyển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044020" y="2003835"/>
            <a:ext cx="862168" cy="819758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W3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Cross 22"/>
          <p:cNvSpPr/>
          <p:nvPr/>
        </p:nvSpPr>
        <p:spPr>
          <a:xfrm>
            <a:off x="5521388" y="1919123"/>
            <a:ext cx="678577" cy="724343"/>
          </a:xfrm>
          <a:prstGeom prst="plus">
            <a:avLst>
              <a:gd name="adj" fmla="val 4058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2762579" y="1721175"/>
            <a:ext cx="799605" cy="69253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6815165" y="1570101"/>
            <a:ext cx="846941" cy="788168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O8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triped Right Arrow 4"/>
          <p:cNvSpPr/>
          <p:nvPr/>
        </p:nvSpPr>
        <p:spPr>
          <a:xfrm>
            <a:off x="1900863" y="3582709"/>
            <a:ext cx="675610" cy="456554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024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7638" y="661947"/>
            <a:ext cx="8534400" cy="729532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 - 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95492" y="3582709"/>
            <a:ext cx="7596546" cy="104112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sạn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trẻ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sạn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lòng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hang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vững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chắc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so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thủ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cạnh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vậy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quảng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bá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chú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trọng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Cross 22"/>
          <p:cNvSpPr/>
          <p:nvPr/>
        </p:nvSpPr>
        <p:spPr>
          <a:xfrm>
            <a:off x="4870525" y="1862885"/>
            <a:ext cx="678577" cy="724343"/>
          </a:xfrm>
          <a:prstGeom prst="plus">
            <a:avLst>
              <a:gd name="adj" fmla="val 4058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6330137" y="2057928"/>
            <a:ext cx="690866" cy="58553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T3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triped Right Arrow 4"/>
          <p:cNvSpPr/>
          <p:nvPr/>
        </p:nvSpPr>
        <p:spPr>
          <a:xfrm>
            <a:off x="1900863" y="3582709"/>
            <a:ext cx="675610" cy="456554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3341377" y="1806648"/>
            <a:ext cx="848960" cy="836818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S7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7172976" y="1412564"/>
            <a:ext cx="846941" cy="78816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T4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4084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1736" y="646045"/>
            <a:ext cx="8534400" cy="729532"/>
          </a:xfrm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9952" y="3956421"/>
            <a:ext cx="7744696" cy="2261573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cường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quảng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bá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tang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hang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mùa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thấp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du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đảm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doanh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sạn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2035410" y="2502427"/>
            <a:ext cx="564542" cy="453224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2720886" y="2810779"/>
            <a:ext cx="616292" cy="551621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220233" y="2260602"/>
            <a:ext cx="679510" cy="575088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S6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3261991" y="2321534"/>
            <a:ext cx="556591" cy="453224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S3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4456723" y="2104985"/>
            <a:ext cx="556591" cy="453224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S5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3939516" y="2654511"/>
            <a:ext cx="620663" cy="551622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S4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084922" y="1586502"/>
            <a:ext cx="958598" cy="82494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Cross 22"/>
          <p:cNvSpPr/>
          <p:nvPr/>
        </p:nvSpPr>
        <p:spPr>
          <a:xfrm>
            <a:off x="6109731" y="1998976"/>
            <a:ext cx="516835" cy="510126"/>
          </a:xfrm>
          <a:prstGeom prst="plus">
            <a:avLst>
              <a:gd name="adj" fmla="val 4058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Striped Right Arrow 23"/>
          <p:cNvSpPr/>
          <p:nvPr/>
        </p:nvSpPr>
        <p:spPr>
          <a:xfrm>
            <a:off x="1869059" y="3956421"/>
            <a:ext cx="675610" cy="456554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516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1736" y="646045"/>
            <a:ext cx="8534400" cy="729532"/>
          </a:xfrm>
        </p:spPr>
        <p:txBody>
          <a:bodyPr/>
          <a:lstStyle/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Chiến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Lược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 - 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2589213" y="2133598"/>
          <a:ext cx="8915400" cy="34323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4752">
                  <a:extLst>
                    <a:ext uri="{9D8B030D-6E8A-4147-A177-3AD203B41FA5}">
                      <a16:colId xmlns:a16="http://schemas.microsoft.com/office/drawing/2014/main" val="688374128"/>
                    </a:ext>
                  </a:extLst>
                </a:gridCol>
                <a:gridCol w="5620648">
                  <a:extLst>
                    <a:ext uri="{9D8B030D-6E8A-4147-A177-3AD203B41FA5}">
                      <a16:colId xmlns:a16="http://schemas.microsoft.com/office/drawing/2014/main" val="3727037762"/>
                    </a:ext>
                  </a:extLst>
                </a:gridCol>
              </a:tblGrid>
              <a:tr h="171615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Tăng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baseline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cường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baseline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đầu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baseline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tư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baseline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cơ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baseline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sở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baseline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vật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baseline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chất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baseline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kỹ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baseline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thuật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b="0" baseline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nâng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baseline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cao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baseline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chất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baseline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lượng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baseline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trong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baseline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tác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baseline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quản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baseline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lý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baseline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để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baseline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nâng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baseline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cao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baseline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năng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baseline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lực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baseline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cạnh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baseline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tranh</a:t>
                      </a:r>
                      <a:endParaRPr 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063913"/>
                  </a:ext>
                </a:extLst>
              </a:tr>
              <a:tr h="171615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Có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baseline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chính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baseline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sách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baseline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giá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baseline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hợp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baseline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lý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baseline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với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baseline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tình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baseline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hình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baseline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lạm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baseline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pháp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baseline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kinh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baseline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tế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baseline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hiện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nay.</a:t>
                      </a:r>
                      <a:endParaRPr 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992378"/>
                  </a:ext>
                </a:extLst>
              </a:tr>
            </a:tbl>
          </a:graphicData>
        </a:graphic>
      </p:graphicFrame>
      <p:sp>
        <p:nvSpPr>
          <p:cNvPr id="15" name="Oval 14"/>
          <p:cNvSpPr/>
          <p:nvPr/>
        </p:nvSpPr>
        <p:spPr>
          <a:xfrm>
            <a:off x="2687823" y="2970412"/>
            <a:ext cx="799605" cy="69253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W2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620607" y="2290440"/>
            <a:ext cx="846941" cy="78816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T4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Cross 24"/>
          <p:cNvSpPr/>
          <p:nvPr/>
        </p:nvSpPr>
        <p:spPr>
          <a:xfrm>
            <a:off x="3795600" y="2661397"/>
            <a:ext cx="516835" cy="510126"/>
          </a:xfrm>
          <a:prstGeom prst="plus">
            <a:avLst>
              <a:gd name="adj" fmla="val 4058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2687823" y="4020953"/>
            <a:ext cx="799605" cy="69253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W4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4620607" y="4652908"/>
            <a:ext cx="846941" cy="78816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Cross 27"/>
          <p:cNvSpPr/>
          <p:nvPr/>
        </p:nvSpPr>
        <p:spPr>
          <a:xfrm>
            <a:off x="3795600" y="4397845"/>
            <a:ext cx="516835" cy="510126"/>
          </a:xfrm>
          <a:prstGeom prst="plus">
            <a:avLst>
              <a:gd name="adj" fmla="val 4058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579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7638" y="661947"/>
            <a:ext cx="8534400" cy="729532"/>
          </a:xfrm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96328" y="3073431"/>
            <a:ext cx="4484535" cy="101011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tiện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nghi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khao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du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Cross 22"/>
          <p:cNvSpPr/>
          <p:nvPr/>
        </p:nvSpPr>
        <p:spPr>
          <a:xfrm>
            <a:off x="2729558" y="3287877"/>
            <a:ext cx="563498" cy="581218"/>
          </a:xfrm>
          <a:prstGeom prst="plus">
            <a:avLst>
              <a:gd name="adj" fmla="val 4058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2619456" y="2277767"/>
            <a:ext cx="783703" cy="69253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W3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Arrow Callout 3"/>
          <p:cNvSpPr/>
          <p:nvPr/>
        </p:nvSpPr>
        <p:spPr>
          <a:xfrm>
            <a:off x="3923740" y="2277767"/>
            <a:ext cx="652007" cy="2692010"/>
          </a:xfrm>
          <a:prstGeom prst="rightArrowCallout">
            <a:avLst>
              <a:gd name="adj1" fmla="val 31185"/>
              <a:gd name="adj2" fmla="val 26031"/>
              <a:gd name="adj3" fmla="val 50290"/>
              <a:gd name="adj4" fmla="val 21499"/>
            </a:avLst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2556218" y="4181609"/>
            <a:ext cx="846941" cy="78816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T5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6973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Káº¿t quáº£ hÃ¬nh áº£nh cho thanks you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7640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183</TotalTime>
  <Words>1050</Words>
  <Application>Microsoft Office PowerPoint</Application>
  <PresentationFormat>Widescreen</PresentationFormat>
  <Paragraphs>123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Century Gothic</vt:lpstr>
      <vt:lpstr>Times New Roman</vt:lpstr>
      <vt:lpstr>Wingdings 3</vt:lpstr>
      <vt:lpstr>Wisp</vt:lpstr>
      <vt:lpstr>PowerPoint Presentation</vt:lpstr>
      <vt:lpstr>Hoạch Định Chiến Lược Trong Kinh Doanh Khác Sạn Intercontinental Hanoi Landmark72</vt:lpstr>
      <vt:lpstr>PowerPoint Presentation</vt:lpstr>
      <vt:lpstr>1. Điểm Mạnh</vt:lpstr>
      <vt:lpstr>PowerPoint Presentation</vt:lpstr>
      <vt:lpstr>2. Điểm Yếu</vt:lpstr>
      <vt:lpstr>3. Cơ Hội</vt:lpstr>
      <vt:lpstr>PowerPoint Presentation</vt:lpstr>
      <vt:lpstr>4. Thách Thức</vt:lpstr>
      <vt:lpstr>PowerPoint Presentation</vt:lpstr>
      <vt:lpstr>5. Chiến Lược S-O</vt:lpstr>
      <vt:lpstr>PowerPoint Presentation</vt:lpstr>
      <vt:lpstr>PowerPoint Presentation</vt:lpstr>
      <vt:lpstr>6. Chiến Lược W- O</vt:lpstr>
      <vt:lpstr>PowerPoint Presentation</vt:lpstr>
      <vt:lpstr>PowerPoint Presentation</vt:lpstr>
      <vt:lpstr>7. Chiến Lược S - T</vt:lpstr>
      <vt:lpstr>PowerPoint Presentation</vt:lpstr>
      <vt:lpstr>Chiến Lược W - 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18</cp:revision>
  <dcterms:created xsi:type="dcterms:W3CDTF">2019-09-23T11:56:04Z</dcterms:created>
  <dcterms:modified xsi:type="dcterms:W3CDTF">2019-09-23T15:18:32Z</dcterms:modified>
</cp:coreProperties>
</file>